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6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9539605" cy="40678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75" userDrawn="1">
          <p15:clr>
            <a:srgbClr val="A4A3A4"/>
          </p15:clr>
        </p15:guide>
        <p15:guide id="2" pos="30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F2"/>
    <a:srgbClr val="D8F0FC"/>
    <a:srgbClr val="1E2027"/>
    <a:srgbClr val="AFEBF5"/>
    <a:srgbClr val="E8EBF5"/>
    <a:srgbClr val="FADEFF"/>
    <a:srgbClr val="EBF2FF"/>
    <a:srgbClr val="EF949E"/>
    <a:srgbClr val="FFF2DB"/>
    <a:srgbClr val="FF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175"/>
        <p:guide pos="30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Props" Target="../customXml/itemProps64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ustomXml" Target="../customXml/item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89658" y="1143000"/>
            <a:ext cx="72373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38119" y="542533"/>
            <a:ext cx="7668349" cy="152507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355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38119" y="2112462"/>
            <a:ext cx="7668349" cy="87360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425" spc="200"/>
            </a:lvl1pPr>
            <a:lvl2pPr marL="271145" indent="0" algn="ctr">
              <a:buNone/>
              <a:defRPr sz="1185"/>
            </a:lvl2pPr>
            <a:lvl3pPr marL="542290" indent="0" algn="ctr">
              <a:buNone/>
              <a:defRPr sz="1065"/>
            </a:lvl3pPr>
            <a:lvl4pPr marL="813435" indent="0" algn="ctr">
              <a:buNone/>
              <a:defRPr sz="950"/>
            </a:lvl4pPr>
            <a:lvl5pPr marL="1085215" indent="0" algn="ctr">
              <a:buNone/>
              <a:defRPr sz="950"/>
            </a:lvl5pPr>
            <a:lvl6pPr marL="1355725" indent="0" algn="ctr">
              <a:buNone/>
              <a:defRPr sz="950"/>
            </a:lvl6pPr>
            <a:lvl7pPr marL="1627505" indent="0" algn="ctr">
              <a:buNone/>
              <a:defRPr sz="950"/>
            </a:lvl7pPr>
            <a:lvl8pPr marL="1898650" indent="0" algn="ctr">
              <a:buNone/>
              <a:defRPr sz="950"/>
            </a:lvl8pPr>
            <a:lvl9pPr marL="2169795" indent="0" algn="ctr">
              <a:buNone/>
              <a:defRPr sz="95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76102" y="360977"/>
            <a:ext cx="8583930" cy="41864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76102" y="884286"/>
            <a:ext cx="8583930" cy="2823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57897" y="2283338"/>
            <a:ext cx="6079462" cy="45495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261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557897" y="2738297"/>
            <a:ext cx="6079462" cy="51476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06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71145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2pPr>
            <a:lvl3pPr marL="54229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3pPr>
            <a:lvl4pPr marL="813435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4pPr>
            <a:lvl5pPr marL="1085215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5pPr>
            <a:lvl6pPr marL="1355725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6pPr>
            <a:lvl7pPr marL="1627505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7pPr>
            <a:lvl8pPr marL="189865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8pPr>
            <a:lvl9pPr marL="2169795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76102" y="360977"/>
            <a:ext cx="8583930" cy="41864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76102" y="890694"/>
            <a:ext cx="4051096" cy="281732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17388" y="890694"/>
            <a:ext cx="4051096" cy="281732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76102" y="360977"/>
            <a:ext cx="8583930" cy="41864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76102" y="833023"/>
            <a:ext cx="4180687" cy="245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18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1145" indent="0">
              <a:buNone/>
              <a:defRPr sz="1185" b="1"/>
            </a:lvl2pPr>
            <a:lvl3pPr marL="542290" indent="0">
              <a:buNone/>
              <a:defRPr sz="1065" b="1"/>
            </a:lvl3pPr>
            <a:lvl4pPr marL="813435" indent="0">
              <a:buNone/>
              <a:defRPr sz="950" b="1"/>
            </a:lvl4pPr>
            <a:lvl5pPr marL="1085215" indent="0">
              <a:buNone/>
              <a:defRPr sz="950" b="1"/>
            </a:lvl5pPr>
            <a:lvl6pPr marL="1355725" indent="0">
              <a:buNone/>
              <a:defRPr sz="950" b="1"/>
            </a:lvl6pPr>
            <a:lvl7pPr marL="1627505" indent="0">
              <a:buNone/>
              <a:defRPr sz="950" b="1"/>
            </a:lvl7pPr>
            <a:lvl8pPr marL="1898650" indent="0">
              <a:buNone/>
              <a:defRPr sz="950" b="1"/>
            </a:lvl8pPr>
            <a:lvl9pPr marL="2169795" indent="0">
              <a:buNone/>
              <a:defRPr sz="95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76102" y="1100017"/>
            <a:ext cx="4180687" cy="26080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879777" y="833023"/>
            <a:ext cx="4180687" cy="24563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18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1145" indent="0">
              <a:buNone/>
              <a:defRPr sz="1185" b="1"/>
            </a:lvl2pPr>
            <a:lvl3pPr marL="542290" indent="0">
              <a:buNone/>
              <a:defRPr sz="1065" b="1"/>
            </a:lvl3pPr>
            <a:lvl4pPr marL="813435" indent="0">
              <a:buNone/>
              <a:defRPr sz="950" b="1"/>
            </a:lvl4pPr>
            <a:lvl5pPr marL="1085215" indent="0">
              <a:buNone/>
              <a:defRPr sz="950" b="1"/>
            </a:lvl5pPr>
            <a:lvl6pPr marL="1355725" indent="0">
              <a:buNone/>
              <a:defRPr sz="950" b="1"/>
            </a:lvl6pPr>
            <a:lvl7pPr marL="1627505" indent="0">
              <a:buNone/>
              <a:defRPr sz="950" b="1"/>
            </a:lvl7pPr>
            <a:lvl8pPr marL="1898650" indent="0">
              <a:buNone/>
              <a:defRPr sz="950" b="1"/>
            </a:lvl8pPr>
            <a:lvl9pPr marL="2169795" indent="0">
              <a:buNone/>
              <a:defRPr sz="95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879777" y="1100017"/>
            <a:ext cx="4180687" cy="26080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76102" y="360977"/>
            <a:ext cx="8583930" cy="41864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76102" y="922733"/>
            <a:ext cx="4095136" cy="273402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95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969495" y="922733"/>
            <a:ext cx="4090537" cy="273402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95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009227" y="542533"/>
            <a:ext cx="816980" cy="2983931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66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15562" y="542533"/>
            <a:ext cx="7175343" cy="2983931"/>
          </a:xfrm>
        </p:spPr>
        <p:txBody>
          <a:bodyPr vert="eaVert" lIns="46800" tIns="46800" rIns="46800" bIns="46800"/>
          <a:lstStyle>
            <a:lvl1pPr marL="135255" indent="-135255">
              <a:spcAft>
                <a:spcPts val="1000"/>
              </a:spcAft>
              <a:defRPr spc="300"/>
            </a:lvl1pPr>
            <a:lvl2pPr marL="407035" indent="-135255">
              <a:defRPr spc="300"/>
            </a:lvl2pPr>
            <a:lvl3pPr marL="678180" indent="-135255">
              <a:defRPr spc="300"/>
            </a:lvl3pPr>
            <a:lvl4pPr marL="949325" indent="-135255">
              <a:defRPr spc="300"/>
            </a:lvl4pPr>
            <a:lvl5pPr marL="1220470" indent="-13525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76102" y="459230"/>
            <a:ext cx="8586748" cy="325306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38119" y="1422547"/>
            <a:ext cx="7668349" cy="65573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55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38119" y="2112462"/>
            <a:ext cx="7668349" cy="29903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2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76102" y="360977"/>
            <a:ext cx="8583930" cy="41864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76102" y="884286"/>
            <a:ext cx="8583930" cy="2823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78919" y="3746468"/>
            <a:ext cx="2112881" cy="187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5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220970" y="3746468"/>
            <a:ext cx="3098892" cy="187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947152" y="3746468"/>
            <a:ext cx="2112881" cy="187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5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42290" rtl="0" eaLnBrk="1" fontAlgn="auto" latinLnBrk="0" hangingPunct="1">
        <a:lnSpc>
          <a:spcPct val="100000"/>
        </a:lnSpc>
        <a:spcBef>
          <a:spcPct val="0"/>
        </a:spcBef>
        <a:buNone/>
        <a:defRPr sz="213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135255" indent="-135255" algn="l" defTabSz="54229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●"/>
        <a:defRPr sz="10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407035" indent="-135255" algn="l" defTabSz="54229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90204" pitchFamily="34" charset="0"/>
        <a:buChar char="●"/>
        <a:tabLst>
          <a:tab pos="955040" algn="l"/>
          <a:tab pos="955040" algn="l"/>
          <a:tab pos="955040" algn="l"/>
          <a:tab pos="955040" algn="l"/>
        </a:tabLst>
        <a:defRPr sz="9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678180" indent="-135255" algn="l" defTabSz="54229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90204" pitchFamily="34" charset="0"/>
        <a:buChar char="●"/>
        <a:defRPr sz="9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949325" indent="-135255" algn="l" defTabSz="54229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8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220470" indent="-135255" algn="l" defTabSz="54229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90204" pitchFamily="34" charset="0"/>
        <a:buChar char="•"/>
        <a:defRPr sz="8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492250" indent="-135255" algn="l" defTabSz="542290" rtl="0" eaLnBrk="1" latinLnBrk="0" hangingPunct="1">
        <a:lnSpc>
          <a:spcPct val="90000"/>
        </a:lnSpc>
        <a:spcBef>
          <a:spcPts val="295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6pPr>
      <a:lvl7pPr marL="1762760" indent="-135255" algn="l" defTabSz="542290" rtl="0" eaLnBrk="1" latinLnBrk="0" hangingPunct="1">
        <a:lnSpc>
          <a:spcPct val="90000"/>
        </a:lnSpc>
        <a:spcBef>
          <a:spcPts val="295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7pPr>
      <a:lvl8pPr marL="2034540" indent="-135255" algn="l" defTabSz="542290" rtl="0" eaLnBrk="1" latinLnBrk="0" hangingPunct="1">
        <a:lnSpc>
          <a:spcPct val="90000"/>
        </a:lnSpc>
        <a:spcBef>
          <a:spcPts val="295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8pPr>
      <a:lvl9pPr marL="2305050" indent="-135255" algn="l" defTabSz="542290" rtl="0" eaLnBrk="1" latinLnBrk="0" hangingPunct="1">
        <a:lnSpc>
          <a:spcPct val="90000"/>
        </a:lnSpc>
        <a:spcBef>
          <a:spcPts val="295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4229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1pPr>
      <a:lvl2pPr marL="271145" algn="l" defTabSz="54229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2pPr>
      <a:lvl3pPr marL="542290" algn="l" defTabSz="54229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3pPr>
      <a:lvl4pPr marL="813435" algn="l" defTabSz="54229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4pPr>
      <a:lvl5pPr marL="1085215" algn="l" defTabSz="54229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5pPr>
      <a:lvl6pPr marL="1355725" algn="l" defTabSz="54229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6pPr>
      <a:lvl7pPr marL="1627505" algn="l" defTabSz="54229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7pPr>
      <a:lvl8pPr marL="1898650" algn="l" defTabSz="54229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8pPr>
      <a:lvl9pPr marL="2169795" algn="l" defTabSz="54229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63.xml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50165" y="23495"/>
            <a:ext cx="9426575" cy="3992880"/>
            <a:chOff x="79" y="37"/>
            <a:chExt cx="14845" cy="6288"/>
          </a:xfrm>
        </p:grpSpPr>
        <p:grpSp>
          <p:nvGrpSpPr>
            <p:cNvPr id="3" name="组合 2"/>
            <p:cNvGrpSpPr/>
            <p:nvPr/>
          </p:nvGrpSpPr>
          <p:grpSpPr>
            <a:xfrm>
              <a:off x="79" y="37"/>
              <a:ext cx="14845" cy="6288"/>
              <a:chOff x="69" y="64"/>
              <a:chExt cx="14845" cy="6288"/>
            </a:xfrm>
          </p:grpSpPr>
          <p:sp>
            <p:nvSpPr>
              <p:cNvPr id="254" name="圆角矩形 253"/>
              <p:cNvSpPr/>
              <p:nvPr/>
            </p:nvSpPr>
            <p:spPr>
              <a:xfrm>
                <a:off x="69" y="65"/>
                <a:ext cx="14845" cy="6287"/>
              </a:xfrm>
              <a:prstGeom prst="roundRect">
                <a:avLst>
                  <a:gd name="adj" fmla="val 391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250" y="4731"/>
                <a:ext cx="2127" cy="907"/>
              </a:xfrm>
              <a:prstGeom prst="roundRect">
                <a:avLst>
                  <a:gd name="adj" fmla="val 1294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2700" cmpd="sng">
                <a:solidFill>
                  <a:schemeClr val="tx1"/>
                </a:solidFill>
                <a:prstDash val="sysDash"/>
              </a:ln>
            </p:spPr>
            <p:txBody>
              <a:bodyPr wrap="square" rtlCol="0" anchor="ctr" anchorCtr="0">
                <a:noAutofit/>
              </a:bodyPr>
              <a:p>
                <a:pPr algn="just"/>
                <a:r>
                  <a:rPr lang="en-US" altLang="zh-CN" sz="900" b="1">
                    <a:latin typeface="Times New Roman Bold" panose="02020503050405090304" charset="0"/>
                    <a:cs typeface="Times New Roman Bold" panose="02020503050405090304" charset="0"/>
                  </a:rPr>
                  <a:t>Prompt: </a:t>
                </a:r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A short-haired man is wearing a blue surgical gown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315" y="1028"/>
                <a:ext cx="1997" cy="38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1000">
                    <a:latin typeface="Times New Roman" panose="02020503050405090304" charset="0"/>
                    <a:cs typeface="Times New Roman" panose="02020503050405090304" charset="0"/>
                  </a:rPr>
                  <a:t>Control Condition</a:t>
                </a:r>
                <a:endParaRPr lang="en-US" altLang="zh-CN" sz="1000">
                  <a:latin typeface="Times New Roman" panose="02020503050405090304" charset="0"/>
                  <a:cs typeface="Times New Roman" panose="02020503050405090304" charset="0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258" y="4059"/>
                <a:ext cx="1849" cy="38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1000">
                    <a:latin typeface="Times New Roman" panose="02020503050405090304" charset="0"/>
                    <a:cs typeface="Times New Roman" panose="02020503050405090304" charset="0"/>
                  </a:rPr>
                  <a:t>Input Image</a:t>
                </a:r>
                <a:endParaRPr lang="en-US" altLang="zh-CN" sz="1000">
                  <a:latin typeface="Times New Roman" panose="02020503050405090304" charset="0"/>
                  <a:cs typeface="Times New Roman" panose="02020503050405090304" charset="0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13354" y="5665"/>
                <a:ext cx="1529" cy="38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1000">
                    <a:latin typeface="Times New Roman" panose="02020503050405090304" charset="0"/>
                    <a:cs typeface="Times New Roman" panose="02020503050405090304" charset="0"/>
                  </a:rPr>
                  <a:t>Output Image</a:t>
                </a:r>
                <a:endParaRPr lang="en-US" altLang="zh-CN" sz="1000">
                  <a:latin typeface="Times New Roman" panose="02020503050405090304" charset="0"/>
                  <a:cs typeface="Times New Roman" panose="02020503050405090304" charset="0"/>
                </a:endParaRPr>
              </a:p>
            </p:txBody>
          </p:sp>
          <p:pic>
            <p:nvPicPr>
              <p:cNvPr id="118" name="334E55B0-647D-440b-865C-3EC943EB4CBC-4" descr="wpsoffice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400" y="3836"/>
                <a:ext cx="342" cy="269"/>
              </a:xfrm>
              <a:prstGeom prst="rect">
                <a:avLst/>
              </a:prstGeom>
            </p:spPr>
          </p:pic>
          <p:pic>
            <p:nvPicPr>
              <p:cNvPr id="119" name="334E55B0-647D-440b-865C-3EC943EB4CBC-3" descr="/Users/fanwenzhuo/Library/Containers/com.kingsoft.wpsoffice.mac/Data/tmp/wpsoffice.RsyNjiwpsoffice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460" y="5193"/>
                <a:ext cx="669" cy="270"/>
              </a:xfrm>
              <a:prstGeom prst="rect">
                <a:avLst/>
              </a:prstGeom>
            </p:spPr>
          </p:pic>
          <p:grpSp>
            <p:nvGrpSpPr>
              <p:cNvPr id="19" name="组合 18"/>
              <p:cNvGrpSpPr/>
              <p:nvPr/>
            </p:nvGrpSpPr>
            <p:grpSpPr>
              <a:xfrm rot="0">
                <a:off x="12380" y="3889"/>
                <a:ext cx="792" cy="1475"/>
                <a:chOff x="15850" y="6227"/>
                <a:chExt cx="792" cy="1475"/>
              </a:xfrm>
            </p:grpSpPr>
            <p:sp>
              <p:nvSpPr>
                <p:cNvPr id="40" name="梯形 39"/>
                <p:cNvSpPr/>
                <p:nvPr/>
              </p:nvSpPr>
              <p:spPr>
                <a:xfrm rot="16200000" flipH="1">
                  <a:off x="15508" y="6568"/>
                  <a:ext cx="1475" cy="792"/>
                </a:xfrm>
                <a:prstGeom prst="trapezoid">
                  <a:avLst/>
                </a:prstGeom>
                <a:solidFill>
                  <a:srgbClr val="F5F9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 rot="16200000">
                  <a:off x="15666" y="6602"/>
                  <a:ext cx="1160" cy="72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p>
                  <a:pPr algn="ctr"/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VAE</a:t>
                  </a:r>
                  <a:endParaRPr lang="en-US" altLang="zh-CN" sz="1200" b="1">
                    <a:latin typeface="Times New Roman Bold" panose="02020503050405090304" charset="0"/>
                    <a:cs typeface="Times New Roman Bold" panose="02020503050405090304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Decoder</a:t>
                  </a:r>
                  <a:endParaRPr lang="en-US" altLang="zh-CN" sz="1200" b="1">
                    <a:latin typeface="Times New Roman Bold" panose="02020503050405090304" charset="0"/>
                    <a:cs typeface="Times New Roman Bold" panose="02020503050405090304" charset="0"/>
                  </a:endParaRPr>
                </a:p>
              </p:txBody>
            </p:sp>
          </p:grpSp>
          <p:pic>
            <p:nvPicPr>
              <p:cNvPr id="127" name="图片 126" descr="雪花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876" y="5033"/>
                <a:ext cx="296" cy="296"/>
              </a:xfrm>
              <a:prstGeom prst="rect">
                <a:avLst/>
              </a:prstGeom>
            </p:spPr>
          </p:pic>
          <p:sp>
            <p:nvSpPr>
              <p:cNvPr id="149" name="矩形 148"/>
              <p:cNvSpPr/>
              <p:nvPr/>
            </p:nvSpPr>
            <p:spPr>
              <a:xfrm>
                <a:off x="4424" y="4684"/>
                <a:ext cx="318" cy="102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50" name="矩形 149"/>
              <p:cNvSpPr/>
              <p:nvPr/>
            </p:nvSpPr>
            <p:spPr>
              <a:xfrm>
                <a:off x="4424" y="2697"/>
                <a:ext cx="318" cy="1020"/>
              </a:xfrm>
              <a:prstGeom prst="rect">
                <a:avLst/>
              </a:prstGeom>
              <a:pattFill prst="pct60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22" name="图片 121" descr="加号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892" y="2034"/>
                <a:ext cx="340" cy="340"/>
              </a:xfrm>
              <a:prstGeom prst="rect">
                <a:avLst/>
              </a:prstGeom>
            </p:spPr>
          </p:pic>
          <p:cxnSp>
            <p:nvCxnSpPr>
              <p:cNvPr id="159" name="直接箭头连接符 158"/>
              <p:cNvCxnSpPr/>
              <p:nvPr/>
            </p:nvCxnSpPr>
            <p:spPr>
              <a:xfrm>
                <a:off x="2129" y="1221"/>
                <a:ext cx="1077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箭头连接符 159"/>
              <p:cNvCxnSpPr>
                <a:stCxn id="13" idx="3"/>
              </p:cNvCxnSpPr>
              <p:nvPr/>
            </p:nvCxnSpPr>
            <p:spPr>
              <a:xfrm>
                <a:off x="2377" y="5181"/>
                <a:ext cx="818" cy="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9" name="矩形 168"/>
              <p:cNvSpPr/>
              <p:nvPr/>
            </p:nvSpPr>
            <p:spPr>
              <a:xfrm>
                <a:off x="11638" y="4123"/>
                <a:ext cx="318" cy="1020"/>
              </a:xfrm>
              <a:prstGeom prst="rect">
                <a:avLst/>
              </a:prstGeom>
              <a:pattFill prst="pct60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1" name="直接箭头连接符 160"/>
              <p:cNvCxnSpPr/>
              <p:nvPr/>
            </p:nvCxnSpPr>
            <p:spPr>
              <a:xfrm>
                <a:off x="2250" y="3207"/>
                <a:ext cx="948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5" name="圆角矩形 114"/>
              <p:cNvSpPr/>
              <p:nvPr/>
            </p:nvSpPr>
            <p:spPr>
              <a:xfrm>
                <a:off x="6373" y="3395"/>
                <a:ext cx="4850" cy="2609"/>
              </a:xfrm>
              <a:prstGeom prst="roundRect">
                <a:avLst>
                  <a:gd name="adj" fmla="val 5174"/>
                </a:avLst>
              </a:prstGeom>
              <a:solidFill>
                <a:srgbClr val="B3E5F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" name="圆角矩形 41"/>
              <p:cNvSpPr/>
              <p:nvPr/>
            </p:nvSpPr>
            <p:spPr>
              <a:xfrm rot="16200000">
                <a:off x="5921" y="4224"/>
                <a:ext cx="1984" cy="68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Double Stream </a:t>
                </a:r>
                <a:endParaRPr lang="en-US" altLang="zh-CN" sz="1200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Block 0</a:t>
                </a:r>
                <a:endParaRPr lang="en-US" altLang="zh-CN" sz="1200" b="1" i="1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</p:txBody>
          </p:sp>
          <p:sp>
            <p:nvSpPr>
              <p:cNvPr id="45" name="圆角矩形 44"/>
              <p:cNvSpPr/>
              <p:nvPr/>
            </p:nvSpPr>
            <p:spPr>
              <a:xfrm rot="16200000">
                <a:off x="7177" y="4224"/>
                <a:ext cx="1984" cy="68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Double Stream</a:t>
                </a:r>
                <a:endParaRPr lang="en-US" altLang="zh-CN" sz="1200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Block </a:t>
                </a:r>
                <a:r>
                  <a:rPr lang="en-US" altLang="zh-CN" sz="1200" b="1" i="1">
                    <a:solidFill>
                      <a:schemeClr val="tx1"/>
                    </a:solidFill>
                    <a:latin typeface="Times New Roman Bold Italic" panose="02020503050405090304" charset="0"/>
                    <a:cs typeface="Times New Roman Bold Italic" panose="02020503050405090304" charset="0"/>
                    <a:sym typeface="+mn-ea"/>
                  </a:rPr>
                  <a:t>i</a:t>
                </a:r>
                <a:endParaRPr lang="en-US" altLang="zh-CN" sz="1200" b="1" i="1">
                  <a:solidFill>
                    <a:schemeClr val="tx1"/>
                  </a:solidFill>
                  <a:latin typeface="Times New Roman Bold Italic" panose="02020503050405090304" charset="0"/>
                  <a:cs typeface="Times New Roman Bold Italic" panose="02020503050405090304" charset="0"/>
                  <a:sym typeface="+mn-ea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7253" y="4347"/>
                <a:ext cx="555" cy="43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r>
                  <a:rPr lang="zh-CN" altLang="en-US" sz="1200">
                    <a:cs typeface="Times New Roman Regular" panose="02020503050405090304" charset="0"/>
                  </a:rPr>
                  <a:t>…</a:t>
                </a:r>
                <a:endParaRPr lang="zh-CN" altLang="en-US" sz="1200">
                  <a:cs typeface="Times New Roman Regular" panose="02020503050405090304" charset="0"/>
                </a:endParaRPr>
              </a:p>
            </p:txBody>
          </p:sp>
          <p:sp>
            <p:nvSpPr>
              <p:cNvPr id="25" name="圆角矩形 24"/>
              <p:cNvSpPr/>
              <p:nvPr/>
            </p:nvSpPr>
            <p:spPr>
              <a:xfrm rot="16200000">
                <a:off x="8510" y="4224"/>
                <a:ext cx="1984" cy="68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Single Stream </a:t>
                </a:r>
                <a:endParaRPr lang="en-US" altLang="zh-CN" sz="1200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Block</a:t>
                </a: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0</a:t>
                </a:r>
                <a:endParaRPr lang="en-US" altLang="zh-CN" sz="1200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>
                <a:off x="9721" y="4224"/>
                <a:ext cx="1984" cy="68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Single Stream </a:t>
                </a:r>
                <a:endParaRPr lang="en-US" altLang="zh-CN" sz="1200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Block </a:t>
                </a:r>
                <a:r>
                  <a:rPr lang="en-US" altLang="zh-CN" sz="1200" b="1" i="1">
                    <a:solidFill>
                      <a:schemeClr val="tx1"/>
                    </a:solidFill>
                    <a:latin typeface="Times New Roman Bold Italic" panose="02020503050405090304" charset="0"/>
                    <a:cs typeface="Times New Roman Bold Italic" panose="02020503050405090304" charset="0"/>
                    <a:sym typeface="+mn-ea"/>
                  </a:rPr>
                  <a:t>j</a:t>
                </a:r>
                <a:endParaRPr lang="en-US" altLang="zh-CN" sz="1200" b="1" i="1">
                  <a:solidFill>
                    <a:schemeClr val="tx1"/>
                  </a:solidFill>
                  <a:latin typeface="Times New Roman Bold Italic" panose="02020503050405090304" charset="0"/>
                  <a:cs typeface="Times New Roman Bold Italic" panose="02020503050405090304" charset="0"/>
                  <a:sym typeface="+mn-ea"/>
                </a:endParaRPr>
              </a:p>
            </p:txBody>
          </p:sp>
          <p:sp>
            <p:nvSpPr>
              <p:cNvPr id="116" name="文本框 115"/>
              <p:cNvSpPr txBox="1"/>
              <p:nvPr/>
            </p:nvSpPr>
            <p:spPr>
              <a:xfrm>
                <a:off x="7137" y="5556"/>
                <a:ext cx="349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latin typeface="Times New Roman Bold" panose="02020503050405090304" charset="0"/>
                    <a:cs typeface="Times New Roman Bold" panose="02020503050405090304" charset="0"/>
                  </a:rPr>
                  <a:t>FLUX Backbone</a:t>
                </a:r>
                <a:endParaRPr lang="en-US" altLang="zh-CN" sz="1200" b="1">
                  <a:latin typeface="Times New Roman Bold" panose="02020503050405090304" charset="0"/>
                  <a:cs typeface="Times New Roman Bold" panose="02020503050405090304" charset="0"/>
                </a:endParaRPr>
              </a:p>
            </p:txBody>
          </p:sp>
          <p:pic>
            <p:nvPicPr>
              <p:cNvPr id="126" name="图片 125" descr="雪花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745" y="5619"/>
                <a:ext cx="296" cy="296"/>
              </a:xfrm>
              <a:prstGeom prst="rect">
                <a:avLst/>
              </a:prstGeom>
            </p:spPr>
          </p:pic>
          <p:sp>
            <p:nvSpPr>
              <p:cNvPr id="177" name="右箭头 176"/>
              <p:cNvSpPr/>
              <p:nvPr/>
            </p:nvSpPr>
            <p:spPr>
              <a:xfrm>
                <a:off x="8539" y="4371"/>
                <a:ext cx="603" cy="386"/>
              </a:xfrm>
              <a:prstGeom prst="rightArrow">
                <a:avLst>
                  <a:gd name="adj1" fmla="val 50000"/>
                  <a:gd name="adj2" fmla="val 50518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200" name="直接连接符 199"/>
              <p:cNvCxnSpPr/>
              <p:nvPr/>
            </p:nvCxnSpPr>
            <p:spPr>
              <a:xfrm>
                <a:off x="9837" y="64"/>
                <a:ext cx="0" cy="3175"/>
              </a:xfrm>
              <a:prstGeom prst="line">
                <a:avLst/>
              </a:prstGeom>
              <a:ln w="12700" cmpd="sng">
                <a:solidFill>
                  <a:schemeClr val="tx2">
                    <a:lumMod val="60000"/>
                    <a:lumOff val="40000"/>
                  </a:schemeClr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4" name="圆角矩形 143"/>
              <p:cNvSpPr/>
              <p:nvPr/>
            </p:nvSpPr>
            <p:spPr>
              <a:xfrm>
                <a:off x="6374" y="642"/>
                <a:ext cx="3233" cy="2650"/>
              </a:xfrm>
              <a:prstGeom prst="roundRect">
                <a:avLst>
                  <a:gd name="adj" fmla="val 5433"/>
                </a:avLst>
              </a:prstGeom>
              <a:solidFill>
                <a:srgbClr val="FFF2DB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6506" y="696"/>
                <a:ext cx="2940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>
                    <a:latin typeface="Times New Roman Regular" panose="02020503050405090304" charset="0"/>
                    <a:cs typeface="Times New Roman Regular" panose="02020503050405090304" charset="0"/>
                  </a:rPr>
                  <a:t>Token-ControlNet</a:t>
                </a:r>
                <a:endParaRPr lang="en-US" altLang="zh-CN" sz="12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131" name="圆角矩形 130"/>
              <p:cNvSpPr/>
              <p:nvPr/>
            </p:nvSpPr>
            <p:spPr>
              <a:xfrm rot="16200000">
                <a:off x="5993" y="1844"/>
                <a:ext cx="1984" cy="68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Double Stream </a:t>
                </a:r>
                <a:endParaRPr lang="en-US" altLang="zh-CN" sz="1200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Block 0</a:t>
                </a:r>
                <a:endParaRPr lang="en-US" altLang="zh-CN" sz="1200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  <a:sym typeface="+mn-ea"/>
                </a:endParaRPr>
              </a:p>
            </p:txBody>
          </p:sp>
          <p:sp>
            <p:nvSpPr>
              <p:cNvPr id="132" name="圆角矩形 131"/>
              <p:cNvSpPr/>
              <p:nvPr/>
            </p:nvSpPr>
            <p:spPr>
              <a:xfrm rot="16200000">
                <a:off x="7605" y="1844"/>
                <a:ext cx="1984" cy="68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Double Stream</a:t>
                </a:r>
                <a:endParaRPr lang="en-US" altLang="zh-CN" sz="1200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 Block </a:t>
                </a:r>
                <a:r>
                  <a:rPr lang="en-US" altLang="zh-CN" sz="1200" b="1" i="1">
                    <a:solidFill>
                      <a:schemeClr val="tx1"/>
                    </a:solidFill>
                    <a:latin typeface="Times New Roman Bold Italic" panose="02020503050405090304" charset="0"/>
                    <a:cs typeface="Times New Roman Bold Italic" panose="02020503050405090304" charset="0"/>
                    <a:sym typeface="+mn-ea"/>
                  </a:rPr>
                  <a:t>i</a:t>
                </a:r>
                <a:endParaRPr lang="en-US" altLang="zh-CN" sz="1200" b="1" i="1">
                  <a:solidFill>
                    <a:schemeClr val="tx1"/>
                  </a:solidFill>
                  <a:latin typeface="Times New Roman Bold Italic" panose="02020503050405090304" charset="0"/>
                  <a:cs typeface="Times New Roman Bold Italic" panose="02020503050405090304" charset="0"/>
                  <a:sym typeface="+mn-ea"/>
                </a:endParaRPr>
              </a:p>
            </p:txBody>
          </p:sp>
          <p:sp>
            <p:nvSpPr>
              <p:cNvPr id="133" name="文本框 132"/>
              <p:cNvSpPr txBox="1"/>
              <p:nvPr/>
            </p:nvSpPr>
            <p:spPr>
              <a:xfrm>
                <a:off x="7717" y="1981"/>
                <a:ext cx="528" cy="434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p>
                <a:r>
                  <a:rPr lang="zh-CN" altLang="en-US" sz="1200">
                    <a:cs typeface="宋体" charset="0"/>
                  </a:rPr>
                  <a:t>…</a:t>
                </a:r>
                <a:endParaRPr lang="zh-CN" altLang="en-US" sz="1200">
                  <a:cs typeface="宋体" charset="0"/>
                </a:endParaRPr>
              </a:p>
            </p:txBody>
          </p:sp>
          <p:pic>
            <p:nvPicPr>
              <p:cNvPr id="157" name="图片 156" descr="火焰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924" y="746"/>
                <a:ext cx="283" cy="283"/>
              </a:xfrm>
              <a:prstGeom prst="rect">
                <a:avLst/>
              </a:prstGeom>
            </p:spPr>
          </p:pic>
          <p:sp>
            <p:nvSpPr>
              <p:cNvPr id="175" name="圆角矩形 174"/>
              <p:cNvSpPr/>
              <p:nvPr/>
            </p:nvSpPr>
            <p:spPr>
              <a:xfrm>
                <a:off x="7366" y="1192"/>
                <a:ext cx="351" cy="1984"/>
              </a:xfrm>
              <a:prstGeom prst="roundRect">
                <a:avLst/>
              </a:prstGeom>
              <a:solidFill>
                <a:srgbClr val="E3E2A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3" name="文本框 202"/>
              <p:cNvSpPr txBox="1"/>
              <p:nvPr/>
            </p:nvSpPr>
            <p:spPr>
              <a:xfrm rot="16200000">
                <a:off x="6751" y="2056"/>
                <a:ext cx="1581" cy="43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1200">
                    <a:latin typeface="Times New Roman Regular" panose="02020503050405090304" charset="0"/>
                    <a:cs typeface="Times New Roman Regular" panose="02020503050405090304" charset="0"/>
                  </a:rPr>
                  <a:t>Zero-Line</a:t>
                </a:r>
                <a:r>
                  <a:rPr lang="en-US" altLang="zh-CN" sz="1200">
                    <a:latin typeface="Times New Roman Regular" panose="02020503050405090304" charset="0"/>
                    <a:cs typeface="Times New Roman Regular" panose="02020503050405090304" charset="0"/>
                  </a:rPr>
                  <a:t>ar</a:t>
                </a:r>
                <a:endParaRPr lang="en-US" altLang="zh-CN" sz="12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176" name="圆角矩形 175"/>
              <p:cNvSpPr/>
              <p:nvPr/>
            </p:nvSpPr>
            <p:spPr>
              <a:xfrm>
                <a:off x="8975" y="1192"/>
                <a:ext cx="351" cy="1984"/>
              </a:xfrm>
              <a:prstGeom prst="roundRect">
                <a:avLst/>
              </a:prstGeom>
              <a:solidFill>
                <a:srgbClr val="E3E2A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 rot="16200000">
                <a:off x="8360" y="2058"/>
                <a:ext cx="1581" cy="43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1200">
                    <a:latin typeface="Times New Roman Regular" panose="02020503050405090304" charset="0"/>
                    <a:cs typeface="Times New Roman Regular" panose="02020503050405090304" charset="0"/>
                    <a:sym typeface="+mn-ea"/>
                  </a:rPr>
                  <a:t>Zero-Linear</a:t>
                </a:r>
                <a:endParaRPr lang="en-US" altLang="zh-CN" sz="12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cxnSp>
            <p:nvCxnSpPr>
              <p:cNvPr id="201" name="直接连接符 200"/>
              <p:cNvCxnSpPr/>
              <p:nvPr/>
            </p:nvCxnSpPr>
            <p:spPr>
              <a:xfrm>
                <a:off x="9826" y="3215"/>
                <a:ext cx="4796" cy="0"/>
              </a:xfrm>
              <a:prstGeom prst="line">
                <a:avLst/>
              </a:prstGeom>
              <a:ln w="12700" cmpd="sng">
                <a:solidFill>
                  <a:schemeClr val="tx2">
                    <a:lumMod val="60000"/>
                    <a:lumOff val="40000"/>
                  </a:schemeClr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5" name="矩形 184"/>
              <p:cNvSpPr/>
              <p:nvPr/>
            </p:nvSpPr>
            <p:spPr>
              <a:xfrm>
                <a:off x="10041" y="602"/>
                <a:ext cx="340" cy="340"/>
              </a:xfrm>
              <a:prstGeom prst="rect">
                <a:avLst/>
              </a:prstGeom>
              <a:pattFill prst="pct60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10041" y="989"/>
                <a:ext cx="340" cy="34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pic>
            <p:nvPicPr>
              <p:cNvPr id="188" name="图片 187" descr="火焰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3324" y="631"/>
                <a:ext cx="283" cy="283"/>
              </a:xfrm>
              <a:prstGeom prst="rect">
                <a:avLst/>
              </a:prstGeom>
            </p:spPr>
          </p:pic>
          <p:pic>
            <p:nvPicPr>
              <p:cNvPr id="189" name="图片 188" descr="雪花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3324" y="1011"/>
                <a:ext cx="296" cy="296"/>
              </a:xfrm>
              <a:prstGeom prst="rect">
                <a:avLst/>
              </a:prstGeom>
            </p:spPr>
          </p:pic>
          <p:sp>
            <p:nvSpPr>
              <p:cNvPr id="190" name="文本框 189"/>
              <p:cNvSpPr txBox="1"/>
              <p:nvPr/>
            </p:nvSpPr>
            <p:spPr>
              <a:xfrm>
                <a:off x="13647" y="591"/>
                <a:ext cx="1059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l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Trainable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191" name="文本框 190"/>
              <p:cNvSpPr txBox="1"/>
              <p:nvPr/>
            </p:nvSpPr>
            <p:spPr>
              <a:xfrm>
                <a:off x="13647" y="978"/>
                <a:ext cx="931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l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Frozen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192" name="文本框 191"/>
              <p:cNvSpPr txBox="1"/>
              <p:nvPr/>
            </p:nvSpPr>
            <p:spPr>
              <a:xfrm>
                <a:off x="10362" y="591"/>
                <a:ext cx="1283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l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Image Token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193" name="文本框 192"/>
              <p:cNvSpPr txBox="1"/>
              <p:nvPr/>
            </p:nvSpPr>
            <p:spPr>
              <a:xfrm>
                <a:off x="10362" y="978"/>
                <a:ext cx="1283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l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Text Token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cxnSp>
            <p:nvCxnSpPr>
              <p:cNvPr id="212" name="直接箭头连接符 211"/>
              <p:cNvCxnSpPr/>
              <p:nvPr/>
            </p:nvCxnSpPr>
            <p:spPr>
              <a:xfrm>
                <a:off x="11248" y="4641"/>
                <a:ext cx="397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3" name="直接箭头连接符 212"/>
              <p:cNvCxnSpPr/>
              <p:nvPr/>
            </p:nvCxnSpPr>
            <p:spPr>
              <a:xfrm>
                <a:off x="13188" y="4626"/>
                <a:ext cx="397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4" name="直接箭头连接符 213"/>
              <p:cNvCxnSpPr/>
              <p:nvPr/>
            </p:nvCxnSpPr>
            <p:spPr>
              <a:xfrm>
                <a:off x="11970" y="4641"/>
                <a:ext cx="397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37" name="文本框 236"/>
              <p:cNvSpPr txBox="1"/>
              <p:nvPr/>
            </p:nvSpPr>
            <p:spPr>
              <a:xfrm>
                <a:off x="9826" y="4347"/>
                <a:ext cx="555" cy="43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r>
                  <a:rPr lang="zh-CN" altLang="en-US" sz="1200">
                    <a:cs typeface="Times New Roman Regular" panose="02020503050405090304" charset="0"/>
                  </a:rPr>
                  <a:t>…</a:t>
                </a:r>
                <a:endParaRPr lang="zh-CN" altLang="en-US" sz="1200">
                  <a:cs typeface="Times New Roman Regular" panose="02020503050405090304" charset="0"/>
                </a:endParaRPr>
              </a:p>
            </p:txBody>
          </p:sp>
          <p:sp>
            <p:nvSpPr>
              <p:cNvPr id="242" name="文本框 241"/>
              <p:cNvSpPr txBox="1"/>
              <p:nvPr/>
            </p:nvSpPr>
            <p:spPr>
              <a:xfrm>
                <a:off x="10004" y="1448"/>
                <a:ext cx="3693" cy="4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sz="1400" b="1">
                    <a:latin typeface="Times New Roman Bold" panose="02020503050405090304" charset="0"/>
                    <a:cs typeface="Times New Roman Bold" panose="02020503050405090304" charset="0"/>
                    <a:sym typeface="+mn-ea"/>
                  </a:rPr>
                  <a:t>(</a:t>
                </a:r>
                <a:r>
                  <a:rPr lang="en-US" altLang="zh-CN" sz="1400" b="1">
                    <a:latin typeface="Times New Roman Bold" panose="02020503050405090304" charset="0"/>
                    <a:cs typeface="Times New Roman Bold" panose="02020503050405090304" charset="0"/>
                    <a:sym typeface="+mn-ea"/>
                  </a:rPr>
                  <a:t>c) Control Condition</a:t>
                </a:r>
                <a:endParaRPr lang="en-US" altLang="zh-CN" sz="1400" b="1">
                  <a:latin typeface="Times New Roman Bold" panose="02020503050405090304" charset="0"/>
                  <a:cs typeface="Times New Roman Bold" panose="02020503050405090304" charset="0"/>
                  <a:sym typeface="+mn-ea"/>
                </a:endParaRPr>
              </a:p>
            </p:txBody>
          </p:sp>
          <p:sp>
            <p:nvSpPr>
              <p:cNvPr id="244" name="文本框 243"/>
              <p:cNvSpPr txBox="1"/>
              <p:nvPr/>
            </p:nvSpPr>
            <p:spPr>
              <a:xfrm>
                <a:off x="9678" y="2857"/>
                <a:ext cx="1077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Keypoint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245" name="文本框 244"/>
              <p:cNvSpPr txBox="1"/>
              <p:nvPr/>
            </p:nvSpPr>
            <p:spPr>
              <a:xfrm>
                <a:off x="13781" y="2857"/>
                <a:ext cx="1077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Normal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246" name="文本框 245"/>
              <p:cNvSpPr txBox="1"/>
              <p:nvPr/>
            </p:nvSpPr>
            <p:spPr>
              <a:xfrm>
                <a:off x="12985" y="2857"/>
                <a:ext cx="1077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Canny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247" name="文本框 246"/>
              <p:cNvSpPr txBox="1"/>
              <p:nvPr/>
            </p:nvSpPr>
            <p:spPr>
              <a:xfrm>
                <a:off x="10478" y="2857"/>
                <a:ext cx="1283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900">
                    <a:latin typeface="Times New Roman" panose="02020503050405090304" charset="0"/>
                    <a:cs typeface="Times New Roman" panose="02020503050405090304" charset="0"/>
                    <a:sym typeface="+mn-ea"/>
                  </a:rPr>
                  <a:t>Segmentation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248" name="文本框 247"/>
              <p:cNvSpPr txBox="1"/>
              <p:nvPr/>
            </p:nvSpPr>
            <p:spPr>
              <a:xfrm>
                <a:off x="12219" y="2857"/>
                <a:ext cx="1077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Densepose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cxnSp>
            <p:nvCxnSpPr>
              <p:cNvPr id="250" name="直接连接符 249"/>
              <p:cNvCxnSpPr/>
              <p:nvPr/>
            </p:nvCxnSpPr>
            <p:spPr>
              <a:xfrm>
                <a:off x="9837" y="1460"/>
                <a:ext cx="4796" cy="0"/>
              </a:xfrm>
              <a:prstGeom prst="line">
                <a:avLst/>
              </a:prstGeom>
              <a:ln w="12700" cmpd="sng">
                <a:solidFill>
                  <a:schemeClr val="tx2">
                    <a:lumMod val="60000"/>
                    <a:lumOff val="40000"/>
                  </a:schemeClr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51" name="文本框 250"/>
              <p:cNvSpPr txBox="1"/>
              <p:nvPr/>
            </p:nvSpPr>
            <p:spPr>
              <a:xfrm>
                <a:off x="10004" y="81"/>
                <a:ext cx="4253" cy="4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latin typeface="Times New Roman Bold" panose="02020503050405090304" charset="0"/>
                    <a:cs typeface="Times New Roman Bold" panose="02020503050405090304" charset="0"/>
                    <a:sym typeface="+mn-ea"/>
                  </a:rPr>
                  <a:t>(</a:t>
                </a:r>
                <a:r>
                  <a:rPr lang="en-US" altLang="zh-CN" sz="1200" b="1">
                    <a:latin typeface="Times New Roman Bold" panose="02020503050405090304" charset="0"/>
                    <a:cs typeface="Times New Roman Bold" panose="02020503050405090304" charset="0"/>
                    <a:sym typeface="+mn-ea"/>
                  </a:rPr>
                  <a:t>b) </a:t>
                </a:r>
                <a:r>
                  <a:rPr lang="en-US" altLang="zh-CN" sz="1400" b="1">
                    <a:latin typeface="Times New Roman Bold" panose="02020503050405090304" charset="0"/>
                    <a:cs typeface="Times New Roman Bold" panose="02020503050405090304" charset="0"/>
                    <a:sym typeface="+mn-ea"/>
                  </a:rPr>
                  <a:t>Illustration </a:t>
                </a:r>
                <a:r>
                  <a:rPr lang="en-US" altLang="zh-CN" sz="1200" b="1">
                    <a:latin typeface="Times New Roman Bold" panose="02020503050405090304" charset="0"/>
                    <a:cs typeface="Times New Roman Bold" panose="02020503050405090304" charset="0"/>
                    <a:sym typeface="+mn-ea"/>
                  </a:rPr>
                  <a:t>of Notation</a:t>
                </a:r>
                <a:endParaRPr lang="en-US" altLang="zh-CN" sz="1200" b="1">
                  <a:latin typeface="Times New Roman Bold" panose="02020503050405090304" charset="0"/>
                  <a:cs typeface="Times New Roman Bold" panose="02020503050405090304" charset="0"/>
                  <a:sym typeface="+mn-ea"/>
                </a:endParaRPr>
              </a:p>
            </p:txBody>
          </p:sp>
          <p:sp>
            <p:nvSpPr>
              <p:cNvPr id="252" name="文本框 251"/>
              <p:cNvSpPr txBox="1"/>
              <p:nvPr/>
            </p:nvSpPr>
            <p:spPr>
              <a:xfrm>
                <a:off x="159" y="81"/>
                <a:ext cx="2310" cy="4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l"/>
                <a:r>
                  <a:rPr lang="en-US" altLang="zh-CN" sz="1400" b="1">
                    <a:latin typeface="Times New Roman Bold" panose="02020503050405090304" charset="0"/>
                    <a:cs typeface="Times New Roman Bold" panose="02020503050405090304" charset="0"/>
                  </a:rPr>
                  <a:t>(a) HumanFlow</a:t>
                </a:r>
                <a:endParaRPr lang="en-US" altLang="zh-CN" sz="1400" b="1">
                  <a:latin typeface="Times New Roman Bold" panose="02020503050405090304" charset="0"/>
                  <a:cs typeface="Times New Roman Bold" panose="02020503050405090304" charset="0"/>
                </a:endParaRPr>
              </a:p>
            </p:txBody>
          </p:sp>
          <p:pic>
            <p:nvPicPr>
              <p:cNvPr id="259" name="图片 258" descr="加号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659" y="616"/>
                <a:ext cx="312" cy="312"/>
              </a:xfrm>
              <a:prstGeom prst="rect">
                <a:avLst/>
              </a:prstGeom>
            </p:spPr>
          </p:pic>
          <p:sp>
            <p:nvSpPr>
              <p:cNvPr id="261" name="文本框 260"/>
              <p:cNvSpPr txBox="1"/>
              <p:nvPr/>
            </p:nvSpPr>
            <p:spPr>
              <a:xfrm>
                <a:off x="12014" y="591"/>
                <a:ext cx="931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l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Adding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grpSp>
            <p:nvGrpSpPr>
              <p:cNvPr id="411" name="组合 410"/>
              <p:cNvGrpSpPr/>
              <p:nvPr/>
            </p:nvGrpSpPr>
            <p:grpSpPr>
              <a:xfrm>
                <a:off x="3215" y="2470"/>
                <a:ext cx="792" cy="1475"/>
                <a:chOff x="3215" y="2519"/>
                <a:chExt cx="792" cy="1475"/>
              </a:xfrm>
            </p:grpSpPr>
            <p:sp>
              <p:nvSpPr>
                <p:cNvPr id="2" name="梯形 1"/>
                <p:cNvSpPr/>
                <p:nvPr/>
              </p:nvSpPr>
              <p:spPr>
                <a:xfrm rot="5400000">
                  <a:off x="2873" y="2860"/>
                  <a:ext cx="1475" cy="792"/>
                </a:xfrm>
                <a:prstGeom prst="trapezoid">
                  <a:avLst/>
                </a:prstGeom>
                <a:solidFill>
                  <a:srgbClr val="F5F9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pic>
              <p:nvPicPr>
                <p:cNvPr id="124" name="图片 123" descr="雪花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26" y="3616"/>
                  <a:ext cx="296" cy="296"/>
                </a:xfrm>
                <a:prstGeom prst="rect">
                  <a:avLst/>
                </a:prstGeom>
              </p:spPr>
            </p:pic>
            <p:sp>
              <p:nvSpPr>
                <p:cNvPr id="269" name="文本框 268"/>
                <p:cNvSpPr txBox="1"/>
                <p:nvPr/>
              </p:nvSpPr>
              <p:spPr>
                <a:xfrm rot="16200000">
                  <a:off x="3031" y="2893"/>
                  <a:ext cx="1160" cy="72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p>
                  <a:pPr algn="ctr"/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VAE</a:t>
                  </a:r>
                  <a:endParaRPr lang="en-US" altLang="zh-CN" sz="1200" b="1">
                    <a:latin typeface="Times New Roman Bold" panose="02020503050405090304" charset="0"/>
                    <a:cs typeface="Times New Roman Bold" panose="02020503050405090304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E</a:t>
                  </a:r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ncoder</a:t>
                  </a:r>
                  <a:endParaRPr lang="en-US" altLang="zh-CN" sz="1200" b="1">
                    <a:latin typeface="Times New Roman Bold" panose="02020503050405090304" charset="0"/>
                    <a:cs typeface="Times New Roman Bold" panose="02020503050405090304" charset="0"/>
                  </a:endParaRPr>
                </a:p>
              </p:txBody>
            </p:sp>
          </p:grpSp>
          <p:grpSp>
            <p:nvGrpSpPr>
              <p:cNvPr id="412" name="组合 411"/>
              <p:cNvGrpSpPr/>
              <p:nvPr/>
            </p:nvGrpSpPr>
            <p:grpSpPr>
              <a:xfrm>
                <a:off x="3211" y="483"/>
                <a:ext cx="799" cy="1475"/>
                <a:chOff x="3211" y="473"/>
                <a:chExt cx="799" cy="1475"/>
              </a:xfrm>
            </p:grpSpPr>
            <p:grpSp>
              <p:nvGrpSpPr>
                <p:cNvPr id="265" name="组合 264"/>
                <p:cNvGrpSpPr/>
                <p:nvPr/>
              </p:nvGrpSpPr>
              <p:grpSpPr>
                <a:xfrm rot="0">
                  <a:off x="3211" y="473"/>
                  <a:ext cx="799" cy="1475"/>
                  <a:chOff x="3180" y="333"/>
                  <a:chExt cx="799" cy="1475"/>
                </a:xfrm>
              </p:grpSpPr>
              <p:sp>
                <p:nvSpPr>
                  <p:cNvPr id="14" name="梯形 13"/>
                  <p:cNvSpPr/>
                  <p:nvPr/>
                </p:nvSpPr>
                <p:spPr>
                  <a:xfrm rot="5400000">
                    <a:off x="2845" y="674"/>
                    <a:ext cx="1475" cy="792"/>
                  </a:xfrm>
                  <a:prstGeom prst="trapezoid">
                    <a:avLst/>
                  </a:prstGeom>
                  <a:solidFill>
                    <a:srgbClr val="F5F9FF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123" name="图片 122" descr="火焰"/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80" y="1442"/>
                    <a:ext cx="283" cy="283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0" name="文本框 269"/>
                <p:cNvSpPr txBox="1"/>
                <p:nvPr/>
              </p:nvSpPr>
              <p:spPr>
                <a:xfrm rot="16200000">
                  <a:off x="3031" y="848"/>
                  <a:ext cx="1160" cy="72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p>
                  <a:pPr algn="ctr"/>
                  <a:r>
                    <a:rPr lang="zh-CN" altLang="en-US" sz="1200" b="1">
                      <a:latin typeface="Times New Roman Bold" panose="02020503050405090304" charset="0"/>
                      <a:cs typeface="Times New Roman Bold" panose="02020503050405090304" charset="0"/>
                      <a:sym typeface="+mn-ea"/>
                    </a:rPr>
                    <a:t>Control </a:t>
                  </a:r>
                  <a:endParaRPr lang="en-US" altLang="zh-CN" sz="1200" b="1">
                    <a:latin typeface="Times New Roman Bold" panose="02020503050405090304" charset="0"/>
                    <a:cs typeface="Times New Roman Bold" panose="02020503050405090304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E</a:t>
                  </a:r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ncoder</a:t>
                  </a:r>
                  <a:endParaRPr lang="en-US" altLang="zh-CN" sz="1200" b="1">
                    <a:latin typeface="Times New Roman Bold" panose="02020503050405090304" charset="0"/>
                    <a:cs typeface="Times New Roman Bold" panose="02020503050405090304" charset="0"/>
                  </a:endParaRPr>
                </a:p>
              </p:txBody>
            </p:sp>
          </p:grpSp>
          <p:grpSp>
            <p:nvGrpSpPr>
              <p:cNvPr id="413" name="组合 412"/>
              <p:cNvGrpSpPr/>
              <p:nvPr/>
            </p:nvGrpSpPr>
            <p:grpSpPr>
              <a:xfrm>
                <a:off x="3215" y="4447"/>
                <a:ext cx="792" cy="1475"/>
                <a:chOff x="3215" y="4437"/>
                <a:chExt cx="792" cy="1475"/>
              </a:xfrm>
            </p:grpSpPr>
            <p:sp>
              <p:nvSpPr>
                <p:cNvPr id="7" name="梯形 6"/>
                <p:cNvSpPr/>
                <p:nvPr/>
              </p:nvSpPr>
              <p:spPr>
                <a:xfrm rot="5400000">
                  <a:off x="2873" y="4778"/>
                  <a:ext cx="1475" cy="792"/>
                </a:xfrm>
                <a:prstGeom prst="trapezoid">
                  <a:avLst/>
                </a:prstGeom>
                <a:solidFill>
                  <a:srgbClr val="F5F9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pic>
              <p:nvPicPr>
                <p:cNvPr id="125" name="图片 124" descr="雪花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26" y="5553"/>
                  <a:ext cx="296" cy="296"/>
                </a:xfrm>
                <a:prstGeom prst="rect">
                  <a:avLst/>
                </a:prstGeom>
              </p:spPr>
            </p:pic>
            <p:sp>
              <p:nvSpPr>
                <p:cNvPr id="273" name="文本框 272"/>
                <p:cNvSpPr txBox="1"/>
                <p:nvPr/>
              </p:nvSpPr>
              <p:spPr>
                <a:xfrm rot="16200000">
                  <a:off x="3031" y="4812"/>
                  <a:ext cx="1160" cy="72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p>
                  <a:pPr algn="ctr"/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Text</a:t>
                  </a:r>
                  <a:endParaRPr lang="en-US" altLang="zh-CN" sz="1200" b="1">
                    <a:latin typeface="Times New Roman Bold" panose="02020503050405090304" charset="0"/>
                    <a:cs typeface="Times New Roman Bold" panose="02020503050405090304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E</a:t>
                  </a:r>
                  <a:r>
                    <a:rPr lang="en-US" altLang="zh-CN" sz="1200" b="1">
                      <a:latin typeface="Times New Roman Bold" panose="02020503050405090304" charset="0"/>
                      <a:cs typeface="Times New Roman Bold" panose="02020503050405090304" charset="0"/>
                    </a:rPr>
                    <a:t>ncoder</a:t>
                  </a:r>
                  <a:endParaRPr lang="en-US" altLang="zh-CN" sz="1200" b="1">
                    <a:latin typeface="Times New Roman Bold" panose="02020503050405090304" charset="0"/>
                    <a:cs typeface="Times New Roman Bold" panose="02020503050405090304" charset="0"/>
                  </a:endParaRPr>
                </a:p>
              </p:txBody>
            </p:sp>
          </p:grpSp>
          <p:sp>
            <p:nvSpPr>
              <p:cNvPr id="280" name="文本框 279"/>
              <p:cNvSpPr txBox="1"/>
              <p:nvPr/>
            </p:nvSpPr>
            <p:spPr>
              <a:xfrm>
                <a:off x="12014" y="978"/>
                <a:ext cx="1460" cy="36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l"/>
                <a:r>
                  <a:rPr lang="en-US" altLang="zh-CN" sz="900">
                    <a:latin typeface="Times New Roman Regular" panose="02020503050405090304" charset="0"/>
                    <a:cs typeface="Times New Roman Regular" panose="02020503050405090304" charset="0"/>
                  </a:rPr>
                  <a:t>Control Token</a:t>
                </a:r>
                <a:endParaRPr lang="en-US" altLang="zh-CN" sz="90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386" name="矩形 385"/>
              <p:cNvSpPr/>
              <p:nvPr/>
            </p:nvSpPr>
            <p:spPr>
              <a:xfrm>
                <a:off x="4424" y="711"/>
                <a:ext cx="318" cy="102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88" name="334E55B0-647D-440b-865C-3EC943EB4CBC-2" descr="/Users/fanwenzhuo/Library/Containers/com.kingsoft.wpsoffice.mac/Data/tmp/wpsoffice.odCXsHwpsoffice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61" y="5754"/>
                <a:ext cx="186" cy="227"/>
              </a:xfrm>
              <a:prstGeom prst="rect">
                <a:avLst/>
              </a:prstGeom>
            </p:spPr>
          </p:pic>
          <p:pic>
            <p:nvPicPr>
              <p:cNvPr id="389" name="334E55B0-647D-440b-865C-3EC943EB4CBC-1" descr="/Users/fanwenzhuo/Library/Containers/com.kingsoft.wpsoffice.mac/Data/tmp/wpsoffice.DXSjUKwpsoffice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91" y="1781"/>
                <a:ext cx="217" cy="283"/>
              </a:xfrm>
              <a:prstGeom prst="rect">
                <a:avLst/>
              </a:prstGeom>
            </p:spPr>
          </p:pic>
          <p:cxnSp>
            <p:nvCxnSpPr>
              <p:cNvPr id="395" name="肘形连接符 394"/>
              <p:cNvCxnSpPr>
                <a:stCxn id="150" idx="3"/>
              </p:cNvCxnSpPr>
              <p:nvPr/>
            </p:nvCxnSpPr>
            <p:spPr>
              <a:xfrm>
                <a:off x="4742" y="3207"/>
                <a:ext cx="1810" cy="1327"/>
              </a:xfrm>
              <a:prstGeom prst="bentConnector3">
                <a:avLst>
                  <a:gd name="adj1" fmla="val 17734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6" name="直接箭头连接符 395"/>
              <p:cNvCxnSpPr>
                <a:stCxn id="149" idx="3"/>
              </p:cNvCxnSpPr>
              <p:nvPr/>
            </p:nvCxnSpPr>
            <p:spPr>
              <a:xfrm>
                <a:off x="4742" y="5194"/>
                <a:ext cx="1820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9" name="肘形连接符 398"/>
              <p:cNvCxnSpPr/>
              <p:nvPr/>
            </p:nvCxnSpPr>
            <p:spPr>
              <a:xfrm flipV="1">
                <a:off x="4742" y="2587"/>
                <a:ext cx="1899" cy="2608"/>
              </a:xfrm>
              <a:prstGeom prst="bentConnector3">
                <a:avLst>
                  <a:gd name="adj1" fmla="val 50023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0" name="直接箭头连接符 399"/>
              <p:cNvCxnSpPr>
                <a:stCxn id="122" idx="3"/>
                <a:endCxn id="131" idx="0"/>
              </p:cNvCxnSpPr>
              <p:nvPr/>
            </p:nvCxnSpPr>
            <p:spPr>
              <a:xfrm flipV="1">
                <a:off x="5232" y="2184"/>
                <a:ext cx="1413" cy="2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06" name="矩形 405"/>
              <p:cNvSpPr/>
              <p:nvPr/>
            </p:nvSpPr>
            <p:spPr>
              <a:xfrm>
                <a:off x="11645" y="989"/>
                <a:ext cx="340" cy="34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408" name="直接箭头连接符 407"/>
              <p:cNvCxnSpPr/>
              <p:nvPr/>
            </p:nvCxnSpPr>
            <p:spPr>
              <a:xfrm>
                <a:off x="4025" y="1221"/>
                <a:ext cx="397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9" name="直接箭头连接符 408"/>
              <p:cNvCxnSpPr/>
              <p:nvPr/>
            </p:nvCxnSpPr>
            <p:spPr>
              <a:xfrm>
                <a:off x="4025" y="3207"/>
                <a:ext cx="39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0" name="直接箭头连接符 409"/>
              <p:cNvCxnSpPr/>
              <p:nvPr/>
            </p:nvCxnSpPr>
            <p:spPr>
              <a:xfrm>
                <a:off x="4025" y="5184"/>
                <a:ext cx="397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0" name="肘形连接符 179"/>
              <p:cNvCxnSpPr>
                <a:stCxn id="175" idx="2"/>
                <a:endCxn id="42" idx="3"/>
              </p:cNvCxnSpPr>
              <p:nvPr/>
            </p:nvCxnSpPr>
            <p:spPr>
              <a:xfrm rot="5400000">
                <a:off x="7030" y="3060"/>
                <a:ext cx="396" cy="629"/>
              </a:xfrm>
              <a:prstGeom prst="bentConnector3">
                <a:avLst>
                  <a:gd name="adj1" fmla="val 49874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1" name="肘形连接符 180"/>
              <p:cNvCxnSpPr>
                <a:stCxn id="176" idx="2"/>
                <a:endCxn id="45" idx="3"/>
              </p:cNvCxnSpPr>
              <p:nvPr/>
            </p:nvCxnSpPr>
            <p:spPr>
              <a:xfrm rot="5400000">
                <a:off x="8462" y="2883"/>
                <a:ext cx="396" cy="982"/>
              </a:xfrm>
              <a:prstGeom prst="bentConnector3">
                <a:avLst>
                  <a:gd name="adj1" fmla="val 50000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5" name="肘形连接符 4"/>
            <p:cNvCxnSpPr>
              <a:stCxn id="386" idx="3"/>
              <a:endCxn id="122" idx="0"/>
            </p:cNvCxnSpPr>
            <p:nvPr/>
          </p:nvCxnSpPr>
          <p:spPr>
            <a:xfrm>
              <a:off x="4752" y="1194"/>
              <a:ext cx="320" cy="813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肘形连接符 8"/>
            <p:cNvCxnSpPr>
              <a:stCxn id="150" idx="3"/>
              <a:endCxn id="122" idx="2"/>
            </p:cNvCxnSpPr>
            <p:nvPr/>
          </p:nvCxnSpPr>
          <p:spPr>
            <a:xfrm flipV="1">
              <a:off x="4752" y="2347"/>
              <a:ext cx="320" cy="833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20" name="图片 19" descr="/Users/fanwenzhuo/Library/Containers/com.kingsoft.wpsoffice.mac/Data/tmp/photoeditapp/20260120235043/temp.pngtemp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04775" y="880745"/>
            <a:ext cx="1724025" cy="1724025"/>
          </a:xfrm>
          <a:prstGeom prst="rect">
            <a:avLst/>
          </a:prstGeom>
        </p:spPr>
      </p:pic>
      <p:pic>
        <p:nvPicPr>
          <p:cNvPr id="23" name="图片 22" descr="4842865f632e7926f69a8c894b2866d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5480" y="1254125"/>
            <a:ext cx="589915" cy="590550"/>
          </a:xfrm>
          <a:prstGeom prst="rect">
            <a:avLst/>
          </a:prstGeom>
        </p:spPr>
      </p:pic>
      <p:pic>
        <p:nvPicPr>
          <p:cNvPr id="24" name="图片 23" descr="f42e3cb3357141f858efc5ef646557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4425" y="1254125"/>
            <a:ext cx="590550" cy="590550"/>
          </a:xfrm>
          <a:prstGeom prst="rect">
            <a:avLst/>
          </a:prstGeom>
        </p:spPr>
      </p:pic>
      <p:pic>
        <p:nvPicPr>
          <p:cNvPr id="26" name="图片 25" descr="/Users/fanwenzhuo/Library/Containers/com.kingsoft.wpsoffice.mac/Data/tmp/photoeditapp/20260120235244/temp.pngtemp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17665" y="1254125"/>
            <a:ext cx="589915" cy="590550"/>
          </a:xfrm>
          <a:prstGeom prst="rect">
            <a:avLst/>
          </a:prstGeom>
        </p:spPr>
      </p:pic>
      <p:pic>
        <p:nvPicPr>
          <p:cNvPr id="27" name="图片 26" descr="80eee65e2cc90377843deb9432b3fc1c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40270" y="1254125"/>
            <a:ext cx="589915" cy="590550"/>
          </a:xfrm>
          <a:prstGeom prst="rect">
            <a:avLst/>
          </a:prstGeom>
        </p:spPr>
      </p:pic>
      <p:pic>
        <p:nvPicPr>
          <p:cNvPr id="28" name="图片 27" descr="e24e645d07f84899921167579e74d2e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62875" y="1254125"/>
            <a:ext cx="589915" cy="590550"/>
          </a:xfrm>
          <a:prstGeom prst="rect">
            <a:avLst/>
          </a:prstGeom>
        </p:spPr>
      </p:pic>
      <p:pic>
        <p:nvPicPr>
          <p:cNvPr id="29" name="图片 28" descr="/Users/fanwenzhuo/Library/Containers/com.kingsoft.wpsoffice.mac/Data/tmp/photoeditapp/20260120235455/temp.pngtemp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08085" y="1254125"/>
            <a:ext cx="589915" cy="590550"/>
          </a:xfrm>
          <a:prstGeom prst="rect">
            <a:avLst/>
          </a:prstGeom>
        </p:spPr>
      </p:pic>
      <p:pic>
        <p:nvPicPr>
          <p:cNvPr id="30" name="图片 29" descr="/Users/fanwenzhuo/Library/Containers/com.kingsoft.wpsoffice.mac/Data/tmp/photoeditapp/20260120235911/temp.pngtemp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1185" y="2101215"/>
            <a:ext cx="1548130" cy="15481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278370" y="1797050"/>
            <a:ext cx="683895" cy="2298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Depth</a:t>
            </a:r>
            <a:endParaRPr lang="en-US" altLang="zh-CN" sz="9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2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oyMDAwLFwiZm9ybWF0XCI6XCJQTkdcIixcInRyYW5zcGFyZW50XCI6dHJ1ZSxcImF1dG9cIjp0cnVlfSIsCgkiTGF0ZXgiIDogIlhGc2dYRzFoZEdoaVpudG1mVjk3WTMwZ0lGeGQiLAoJIkxhdGV4SW1nQmFzZTY0IiA6ICJpVkJPUncwS0dnb0FBQUFOU1VoRVVnQUFBTFlBQUFEdEJBTUFBQURnbDVJREFBQUFNRkJNVkVYLy8vOEFBQUFBQUFBQUFBQUFBQUFBQUFBQUFBQUFBQUFBQUFBQUFBQUFBQUFBQUFBQUFBQUFBQUFBQUFBQUFBQXYzYUI3QUFBQUQzUlNUbE1BSWtSbWRwbXJ1ODNkNzRreVZCQ3Fna0dJQUFBQUNYQklXWE1BQUE3RUFBQU94QUdWS3c0YkFBQUhSRWxFUVZSNEFlMmNTMmdrUlJqSGUrTDZuaVN6ZXZHNUdZUGVoQTFzOEtEb1JNbEpYRGNnTG5weEF1SXFnbVF2cSt0QkpvaUlEekJCVWN3aVRoUTliSHhNd1BVQmU4Z2dzaUl1Sk94QkVWa3l1SXVMZ2lUNDJFekdSMW5kVmRWZFgzM1ZqNit5bnF5NWROVlgzL2Vyci85ZDNkWFQwelZCa1BlNWJIVHZ3Ym1GaGJsblAycm51ZExhci8yMHlaTFBxeXUwNkN6dnJ4c0pWNVNleW5JbnRKMTYxQ1R6K25zZEFpSFY5VnNMbVp0K1R3MG8zRkNlc3FNWmU3a3dJOFd4ZnlZTnpkaGlTa3hCYzM4ekhjMDJPZ1VwVnJkeVJ0YTgwemV0UWNXTXBWU3R4ZDVzZG9weGJGNDFRNURYN3RnUkRIeWhHZmZib2dyWnptZ1VYdXplRmtYOXBGbi9MTVN4T1BXMU5BcGo3M1FpbjRHbWJxMVk0b3FZVm5WSWZLcGNDS3lPb213RGtMTWk2eUNBUGY1ZEpFbnNVd2ZzRWVVQWhlb3BNMmw3S1VDL3IyS2htYkdxYXFCc2F6cTdGeCt6UzNRekwwOVFtTkszSHpEK2lnbkx3TTdZZk54U3ZEQUVHTlU0Y0FuWUdVdDZqVjF5Q3pNNjQ0L0VIZGk1ejI5SlU5RVNISUN6U1JnY0pvdzVuSmxRMW1yQzFuY25MSjlObW9xV3dLNXZKRkVESmx0clM3d3lTMzBBb1IydkVtamdsVzRteDlaNEVVRHMxMXhBQTYvUU5ka0pFQ3NaYkcwSWFWNVp4WWJPQnRlTXB0N0N5K1E3Q1hqRVFHb05nLzFyVm9xMnR2TUFBSVN2Z2liRzFtM3hXVFo0S0VING9NR2V6T0xZMnRZQVlGcDNnZE1PWS9weDF2MVN5elhBWHRUOXlxREpZWGpYQVFDbUJ0dTAwMHJQSUtNTXpualdCcDV3Y3BnQWJVVXFJRzNXQVNHbGx0Wkt2NW9ZRncyQURvSmxqVDF0dE9WWDRYeG1YbzNLelJoT3Y1Z0U4TlJCKzMxK3pJWkhPVDlwN2dFbkhjUU9qZ2w0Nys1Q05PZ0U3MEVzTzM2NndlbnZPbVFkQk1sT2h3bUNTNVZLNHBvVE8xU1J0cjBnUk1ZZks1c0cxTHdoMjJFbTExaG0wYk5OUllMQWErSTF3UXBnaXg4blhoT3NBTGI0Y2VJMXdRcGdpeDhuWGhPc2dMTFU0cnZMbk1LNmlpaSs5V3lzbGRmRWE0SVZ3QlkvVHJBbWlRWE9hVTZQenhPWVVmSnNReEJlOVpwNFRiQUMyT0xIaWRjRUs0QXRmcHg0VGJBQzJPTEhpZGNFSzRBdGZweDRUYkFDMk9MSGlkY0VLNEF0ZnB4NFRiQUMyT0xIaWRjRUs0QXRmcHg0VGJBQzJPTEhpZGNFSzRBdC84OXhVdjcrNGVkYnZjTUhkbGV3SWx0N1J2M0wvZkd2bjcwSExYUjN2VXVmeGVTdzBCMUJxVHV6VDhHWFh6bjlBUlB1eWo0R2tvNHF2UlVEN3NqK1VxRTNIem95L29uY2hZME9oTHV4RmJwN2w2RDlJTFIvNnh5d2Y1Ulp2NUlrZW5XTDI1S2xLRkVuTG5tcjkxNmYxdE9NWGxpZDFTMHV2OEdveFdadkFGQndKVThjdnUvcGtQY2VvWWo1WnY5QWVFUTdlbjkwOWhtQk5nZEZjRk9vK09LVzJHcEZHS0J3NHAxUmwvTmJZdGRFMm0vckVGNitRcGovMGMxVVRlVDd5OFpvQzlSYjZHQXRHSlU5SmZJenpwTGdZbUdHeTRlSWJMa3NZYk9pN3pzdjF5VWJEQjRpdXlFWVp0cnh3aEd3N0luR2xta2J5d21DSUg2TEhLd1pvYkdsMnVDSWhlckVDMGZBR2dnU1c3MklQbUdvSFF4S3VlRnlGaEs3SmhCZ2tVL1V6WnBpVCtxOVV0aHFmUWtRTllMRmVWZGQyVC9MN0NaMVFGUldpMFBnK2doSzNqTlNrZzVpS3dvNGxKVHJ0eHBvWUF5TGJwUmFLNkJYMWFQY1hkZ3g4SXdYbDh4Q2MxUmJpdUkvZ0MwRWRsUDJQd0lKVVMyYTV1SzFyTktoT0Z2TmtuZ0VocWpUVC9aZXJFaW0yaFJuRDhtMExYSXJtTEV0enA2UzdIbURnS29ONlppMWdjYzFYa1EwaG1DR2djNVdsMEE0bFJ2WXFFcG5MOHRkeEV0OFRENmRyZVJHMTFjVEhaRFo4Y3l5amxpbWdjeFdKM3lCQmN4a3RyclNGVmg0VFdhdk12a3hGY0IxTWxzZHl2eGhRaitXTFpsMmdUT2VtcmU2UUROd3c0ZjFDQzFVZGp4TWJCZHZvNHZHd3R4elQreTc5K2o0K0s1YlQ1NFl2dkg0OXUzSHc4L253OFBESjNlTmpuKzg3K0FoL1hvUzM0Qk1HS0J6VUIyVWN0UFhwZVozUHFUWW5YeGZxc2VxWk5zbkhTb04raTlKdG1VeEluUjBxRFVrRzl4Zk8zQnNJVE9TalcvWGJONDBXMU95QzV3Nk5ERDNWcWQ4L3RXYmpBNWsybXlhSHBvYm9kaVR1WjUwQjhWZXBJZm1SaWk5eDNJOTZRNU5tZmdLUFRRM29pSFoxVnhQdWtOZHN0djAwTnlJUFpMZHlmV2tPK3o4RDltRGtsMmhwNVVib2VhMGRyYm5WMTJIenRWY1hNMWs4NzhOK1REVHdkcW83dXl6eHpjL0tpNHJ3cHRDOEFscno5SVkzc1M0VEV4eUVFNW5zYS9pYlAzR0k4dFhiMXNUZWEvck5xTmNibkdmekIwekFsUlZQanJKbXRPNDJnNy9mY0U3a044Yk11U00vbFhCZkpDbFVzdmVMZ2xST3FsZWRlNWdQalpNZFlZTjhvdkRHTFFtdGZBeE1uTkxPNUIvcDVOMmJrU0tPS2F0SGkrbUNGNmFDZE4rS2RrTldrbGVVcXhuWnFrZW91R1RkUXBkL2pHWlRWTHgzMjY5S2dVSGZjUFRqZytGTnJUeW12emJPR2RGUWtSNDNsbk82djVHWk4vYWJXZzB6TkJ2Vzk5RVpHWStVRUo3bDIwWUVBbjJ4alMzeTZjRWVxT3RHVjJLMndTSFBkWVIwYVhyUlcrTWJSa2QvNnJBTmg4L01ucDA3d3V5S3o0alZGeFNOV0p1am5GNjRSbTVINFl6dGZxZHpoVGx6ZHVwa0RUL0d3eTQ5ZGZjdE9BOGU5OTlHcjE3ejdsUVd1dXk3NVpIRGpGMitQVUR1Ni9UckxMNEw3WHRoakRNeXJ4MkFBQUFBRWxGVGtTdVFtQ0MiCn0K"/>
    </extobj>
    <extobj name="334E55B0-647D-440b-865C-3EC943EB4CBC-2">
      <extobjdata type="334E55B0-647D-440b-865C-3EC943EB4CBC" data="ewoJIkltZ1NldHRpbmdKc29uIiA6ICJ7XCJkcGlcIjoyMDAwLFwiZm9ybWF0XCI6XCJQTkdcIixcInRyYW5zcGFyZW50XCI6dHJ1ZSxcImF1dG9cIjp0cnVlfSIsCgkiTGF0ZXgiIDogIlhGc2djRnhkIiwKCSJMYXRleEltZ0Jhc2U2NCIgOiAiaVZCT1J3MEtHZ29BQUFBTlNVaEVVZ0FBQUpFQUFBQ3dCQU1BQUFEOUJwR0RBQUFBTUZCTVZFWC8vLzhBQUFBQUFBQUFBQUFBQUFBQUFBQUFBQUFBQUFBQUFBQUFBQUFBQUFBQUFBQUFBQUFBQUFBQUFBQUFBQUF2M2FCN0FBQUFEM1JTVGxNQVJKbTc3OTNOZG9tckVHWXlJbFFvQUhOakFBQUFDWEJJV1hNQUFBN0VBQUFPeEFHVkt3NGJBQUFJN2tsRVFWUm9CZTFiVFdoa1JSQis4ZCs0YTZKNEVCVXlyQWQvUUJJUTFvc3lJeWlJQ3RtTGl5eklMQ3lJNkdGeVVGYTlKSHJ3RDJTQ0IyVTlPSU9LSGhQd29vaG13Sk95a0tqb1FaU0o0SEUxY1RPajd1cmFkdlhyK3V0NTNkTXhIa1RzUTE1MTFWZGY5K3V1cnU1K3Mxc1VGV1hpK3JzR2gyK2JyckNBYXVMRmcvT0R3NjlkRXpGTDlaWHp4cFhIdWxMcjVZbm5TcU14RC9ZcXpFcjFKVUxObVZIc3UwMnltdUhUeW0ra2NnbER6ZWx1WVA1VUdLMTRjMkRXMWJvRTM2ZHQzRjBQV3RKMlZYdEhFaG16TEkxdmFwdXREV0xUWXQyYWdIN2pzMitmZ0tjeE80THA0bEkxdk9IVWQ5Zml1SjhXZGkyZUQraVhRTGRWK2gwaCsvNlcwL2daL2NKUDhFTmtENFJaaTc3ZjZTWktKdTdVbWxQY2dnNXZsZlpCRHhYNkNlN0RicWtEVWx1V1BLTDBkTjB0Tld2T2JINzI5dUJ4Z2JYaSsweVZ5RDlMeVA0bVZPOFFlTjlwMHhNNkZxRWZHNzU2S2JqYTZlbTYrbFVnMzhsSUs2MkJ5cGcvbE5KWDlsdkRyMmk0M09HTVdRQ0ZtN2N6YUNxZlBvWUgyTFMwUWplT29nSm9vVFJBMFFacEV5UlJtcUFVSHNLMGJ2WGNnb09WblR3UDVKRUpueWtSVlRGVk4rWTNKbTZXd0lIVndQanRkTmxVU2hlVmdKRytGc1UrYXpuTDhKWUhUaGR1OEd0czhSTGdvVFJHTEJEZ05kYldBV1ZMelhXSlpvSUI1ZEpTNytHTmZldldaV0RkVnFFY2NwTzB5Z2FTM0R4WVJJODBYdWdZSTBldmJqRlF6cTNaUDVXaERETUVaUzVnbXJTNmMwSlhCNUF0Ty9CbldoaEl2QkFzdG9UQmVablZIU0pVVWVDSUE5YXZHV0VGMFFXSHRmSXlMd0V3cVFzQ0s1bFdoWjVGYU51VkRkYUJCRy9kRmFwNUQ3T1Bxb216U0F3RE9lTkEwQTY2eVVRaGtwcERTSU0wVG1qcTRZQUo4Q1VjQi9MRGJ1dGhoQlc3VFJqUmRXUHVGV29sMWl1YmdzUXhKM0IrQXdEc3RGQXJzUU5XS0VvTFU3Y3FORDdUV2EwTVZ3R3dZc2RhWFZGdHJWaFZWd0FoRTVjbCtuSnVRVHBNVFRnV2k4YjhJdXZBWEpaTnFWYXluZTZ5SEpMcVZyQ29aeEExbENndEx5SkdKS01DSmwydEgycFBUN0dpSWlhNXdHRUQySll3MjhleU5LUld5OVNhWEFTd0d1Y2tEb21pQVc3QnN3aVMydzVraUFYQmhCdGpSUjVqVkFlWjVGaXVXR1dQTVFXZHlHQkhpSlU2TXNuUTNMTGJyWFRBamNQSWprc0F5SzBxSnZ2S3ltY0tRYitIN3FMZVJKRFlKbUdmVUQ0ekNKSUpXWkE0RVRGcWFWcWxESzl5L3daa0kzVG51a2c4bTZTRjlCZUdQUEFFUjAzQ080Rnlwand6UUVxV1FWQTRGdml6cXIxbERZOHpDZ1hoMHhVb0RxY05vUTFFaWhUVmk3WWVjQUtwMEFpWU9JWEo5NWs4MlpXNHJIQWlVR29Nc3NLSmsySEZ5UWY3TldQSHpaVlVPUFU5eGo2bTBYSGsyVVpRWThURWlpMEU2U1hMQUpCYUNGcldlbFdqNXVTaFVpRnNCWWxTNFZUVUNTWFhuYWJLQ3FkaW5wbTYycDlyV2VFa2xwM01UOHdDRWtXS3lqUWFVM0RIOWY2bVlGUFliNVZwRktUZ3RCcWtOZ1diUWFaVU9NRloyUmU1dHlpaXJPeFVVTWYxY1VrenRiQ3hWRGl0SXlqWWN4VVZZVmFWV2xjV0NhWDNYSW5pV2RtUTZrRHVNTk9od0VUVnJIQ1NnVmtqMTBESUNpZThBRUxQTmdNQ3FxNWd2MVBoUktkeEMrNlNheURNSUZNcW5FVHVsY2NDVGRWR3BvYldxNXJJbVBHVDZHN0RLWHBZNDBXZUdVNXE5NVlkend1bk9nNUI5ZlhjRWVhRkV4UEZFMnRXT0hISEUwR1FGVTU0VGJSZGk5NlE4TnVUdnN6S2dRUVpyNjZXS1I2L3N6Z0VqZEJkMVBzSUNnNWVBdUkvc1FGd1dhbDFaWkdaNXJTRmEzbmhSTkdiMk1yNWdMWEI5S0hFelpuNHFxTlpTWjJkUkNhSUR6ak5TbXF6RXh0TEkrd3YxYlBDYVlvSGZJazhRMkVMUWFuc1JLQkVoUE1OcVJHMkllcDFiRTVmTFFUQ2lrMEVKY0pKVEYyODV3eGExUzNJbXBpNm10UXJPU3VjeE5SMWxiZXNaSVVUelcvczZ3MHdab1hUSW82bGFjaGVhSm1haThldW1KVjR2cVF2NDhuc3hBa3p2dWpFaFR2UmJ4NXc5WTFCdjF4V09QVnBtR3FCdDZobWhWTWJtVkl2eCtIVUUveGE1TmJrWnhDTjRVK0x3ZWNwQmVQRFJVM3BkWVhDU1gxRDBoZ2FKdjlGWDF1eFJ1RVUzOFg0d3BKNk9kN3M0b1BKMGJTQTdWYzlaM0ZhTXU0aWlXNWI2aVl4VFZjMUJMbzFoQnlKSVVEUEV5enYyOHFESVQybER5b2NUdnJEbG9EUlVra3RjUmxPSm5aU1c4U1hXeEwwb3lLRlUvUUlRdWZ3K0RuVjBWSTRSWTlGZEU2YkcrMkgxR3hoMSsyekt3MGt0ejBpc1FZY2xzT0pmM0VqRWhCb1YwbUdnQVUyUlorMkZZV3Z6SGpBc0Z0bFpSM0hpbldvdXBQU2VEL0tUcFVTaDFNeitKam80Vy83TG8wYkpmcmh3NWkrZGFtTnREWnBHM0Jsek1TSnpXNEl4L3ZScFBHVkowb2RyY3JtVnp6U25KNmN0NytlaG4zYVo1V3VMSVdXa2ZvV012M3BFbFV0QUt4N3MvN0ZNd0NWMVZsa09sdkFRZzFtRDMrbEdHNVVPaXNsOXQ1KzNJVFgwM3YxWk4yM3M2eDhLaXNVTFdhcEtHYXNuK3JVRDU0b25VMUtZbG9LOE9ITnZjdnIzT0lubm1pbnk3cW94QnNaUUdEUUJwc0lSaUxXb0tYcVNiZGtGOEx1VERaY2NNREo5M3lQeHZ4TEIyVHRJN3o4TmJmdHFvK2MrdWJ6OTF0b3VSMng2ZWNhNHN2bzVtRkR2Y2trS2pyb3NWMjIrRFhXOFpsTHhCOWRqdnErUDQ0VTdqbDRPZjFLYk9Wd0tvZlpXaVRWNlI1RHgwZzhMdXp6QVlRNmxKMW54bmhMc3c0bmI5bjMxTUg1NGJGWFBwTEFzVEtGVS9yb01KYW5LUHJ1TmV3ZnRkd3lIRWNnYThpVU9odVBlRlVwT3Nqa3c2a0trNmZEYVlvZVUvSm9pb0xEYVRYWEpZTGpjTnFJSUhMVkZFNnBEd1ZaWkJSTzQzZXpNWHg5bkxxY1JKM2tXa09tK0hVNzZjL0dEakkxV1BmM0pBcW41Yi9uVDE3L2h4TU5SVkxvNDlUOWMrSDAzODVPQzhuaEhHL2s3TlFiRDA0aUtEdkZMOEJKZnpaU2R2bzNibmFqTndQdWVKWkUyV2s3QzU0QVVYWTZtZ0RsbURnN0xlWEFFeGdPcDgwRUtzY0UxNVN5N0hYYm5FS2lQUWZtT2pMdE9URGJ5RlFlNm5NR0pJSnBJVlAwSjdTSVk2am02LzFlTjJDOFRpYi8wVXpZZkdXZE1rSHE0M0tsWjZqczREREZmMjhPWGFycmJ4SlI2aGVHYWwrbHZYcWVtY3c5MXloYmJtWGl5V2R2ZWxYeUFPWGRoMjk5NWNibmY4emxjRGhldDZKVEtDN3RobW9kdmFxZXU0cXMyU29HMU8wcURiZlFxK3E1cS9OQnM0b0JkV2QzTTA1MTlLcDZIdDBOMDFZVkErcDZ1Mkc2ckdtRDU5aUpBeThjLy9qNzYwNmV2T0tuRDQrL2NPREVyUTgvY0pjWjBQOFl5Q0g4Q3p0US9sOC9XeWVFQUFBQUFFbEZUa1N1UW1DQyIKfQo="/>
    </extobj>
    <extobj name="334E55B0-647D-440b-865C-3EC943EB4CBC-3">
      <extobjdata type="334E55B0-647D-440b-865C-3EC943EB4CBC" data="ewoJIkltZ1NldHRpbmdKc29uIiA6ICJ7XCJkcGlcIjoyMDAwLFwiZm9ybWF0XCI6XCJQTkdcIixcInRyYW5zcGFyZW50XCI6dHJ1ZSxcImF1dG9cIjp0cnVlfSIsCgkiTGF0ZXgiIDogIlhGc2dXRjk3ZEMweGZTQmNYUT09IiwKCSJMYXRleEltZ0Jhc2U2NCIgOiAiaVZCT1J3MEtHZ29BQUFBTlNVaEVVZ0FBQWpzQUFBRG9CQU1BQUFEN3pUakFBQUFBTUZCTVZFWC8vLzhBQUFBQUFBQUFBQUFBQUFBQUFBQUFBQUFBQUFBQUFBQUFBQUFBQUFBQUFBQUFBQUFBQUFBQUFBQUFBQUF2M2FCN0FBQUFEM1JTVGxNQVpzM3YzYnVybVlsMlZFUXlJaEJUYTZuUEFBQUFDWEJJV1hNQUFBN0VBQUFPeEFHVkt3NGJBQUFSZ0VsRVFWUjRBZTFkVFl3alJ4VjIrRTEyWnp5eklDRVNrTVlzV1NsQ1NCN1lEY2toU1kreUMwSWNtRkdVWGNFbHRpS3lPWG9JS0JOT0hpa2l1eXRBTXprZ01xRElqbEJBYkNROEVseGdJK3hEVG1URERQOENKUnBMUVFGeHdFczh5VUlJbUs2ZjE2N3FydXFxNm1wM3Q3dmRCM2Y5dkZmMTN0ZXZxbCs5cm02WFNyTGpodXBvZU9yZUUyZlBiMXk4OU9RdGw2OWNmZVhsRjY5Y2Z1Ym1uWXNiano1MDl2aXRwMCtPRGpkRnpIOTBSaWZQM0h2aTNNTWJGM2VPM2ZMYzh5KzljdlhLNVdOUFhYajBvZnR1UGUwTTZ5S2U2U3ZiR3FtUDF3VnF6VHZoZkNJZVFUTVpMeXFISzBscmUwRXQzcTFpM0EveVRGL0pEU290Y2YxdVVMRUZGV012eUROOUpUZXF0TVQxQWxVUFZJeTVzSjczcXJURTlZTEx2cWRpRlBCTVg5Rk5LaTFSL1hXQlhnTUZvNGhIMEV6R2k4cFZoWnFvZWwyZ2hHclNxZ3Q0cHJCbzdvTVhOczZmUFMwSDZaTmYrN0ZRclQ4OTZNaVlUcDI3Sk9ZUk5qUU5oZVdmMVlUSzN2WXJ1ZlRsWjBVc24vcGVMaWJsZ05ydkN5cjcrbUtBaWl0NExjQnl4eTg0Z2p4bFduNWwzK2lwMU92d0xJZFBxeGltdVA0SXIrdG91S3RVaHArZ3IvZVVETk5Nc01Yajg0Q0dMdXlON3hNYTlOTk04aTRPbmpkMVZHRkdWOTdSS2ZHamEwVUhub0dINkw5MXlLZWJ4dkdVZFJPYk9yb3NBTWViZlIzeTZhWnBnYkxvWE5IUkJlQTVWRS9qT3MxbG0yWThWRng0M3RhUkZUanFPc1RUVHZNZTFucTBGcFZkd3ZIUGFkZGNTLzQ1RnA2UkRrc0RjeHptY3gwUkFLREs0cU5ZVVNEbWVVSy9IbWdvbndWTExEd3JhaDFKTk8wdE5XRStLTjdKd3FNeE4zY3hmUkh1V3ZqNmNxRm50ZHRjZGhBOEdqRG13M2hLL0hPZHZrb3IvRFJuMkZPUjVhZWUzSW53a05Id201dUk4Tzc4YUsvVXBJc1VobU5aUVk3aitNTjlCVldlcXJsRnUrcU90SVJ3dkN0UDZxdDA0ZUpiaXVma1pJSGZVeldacTNvWVdQZ2Nybm9YMFJUbnRvVXZjeFBwREVlb04weFdJSVh4ZWNnZ09BQm8wUGwvWVFOakQxSDhKNHdpaDNYY3hwU3dDQ0RaNE5QT0lRUmhLaDFGTmdISE1JVHlWVVJVakVBR2k4SXFZSVBPOHBtbGpPbTJXYzVDcEZzc1BHdFNsZCtCeVA0bHJjNXR4WUNGNTc5U05XdUliRjFhbmRzS2JrT1VOS0NLWjNEMWtqNS9LT2tGVkJ2SWVPUkRMMyt3ZUJwVmtlWndMSHJGWEFLYm1HTE53VEhrSjlNQmFOQjVSYXpYRnFxcmlPdHlYc29GVk1WZU1WNjRIdlp6RG9SWVBZMkFLamF3ZThUc2VTOVZCMVN4WjEyb01CaDd6UnRvWW9Gams2Mmg2UzZxTEZna1l3ekRIa0NEenN2amNraVJXMzhQc2tVNzQvVUNRQ1FJcVA0VzFZbm43Q0pBcFFpb2tvZGI3U0lnSWRiUkFkTkI1NTZmNWkrb3RIaVJqREVNMk9sRElLQ2pQaTdIcWFKR01zWXdIR0JjNkk4L29JcG5KdWxTZGR4SWZsT2hBZFVhZ3EyZVgrWFZtb1VGVlBFR3NqZlViZVNaWXBVT0xIeHFjNW8yVVZtRkt5cGNaZ2xoQUFjWDFjRUxzb0l1UmoweldBQm8wSmtMcUxaUXllYzl3bUltcEFGVjdERVdkakVLeGtCM1ZDSkxjUThvZGM4ZGxDL1NoaDVHZHlaWlF6REFNUTZva2x0YWp5RXNaaEpiQ2NDejRtR3doNHFLdXhqMWNCQUhWT2NkQkUvYm95cHNnbnU5M1hNQ2NTU2p5SXRSc0FjK29McFBpc2xpZEJOb2lueHVvR0VFQjBVRVJ6SUt2UmoxTEFKUHdnQVBEYWhXVWI3dWtSUTV3UVZVeVhTRDEvSGVQRlJrY0VyOGE2WGthVEVlYjVWaXcrSnA3OERJUXVlZVcxemd4K29lS09QRUZndFAzUzNIQlVWZmpIcjRERmg0M0lBcTlvU0tIc253MENseHI1VzZPMVNYRUZ5enhTZ0F4TzJDR3BLcHV2Q1JEQURIUGEreW82dmRSYm5DUGxabllJSGtFZ0lFam8valJBL3FadWNTdDJqSDZNd2lHWXhaY0x1Z01EeHRwcmJ3U1Q2ZzZ1SWoyS3RSWkpCcTJHVEdQK09ZYXBGUjhYVHZqcEZCcWJDM2N6eWVBaVc0MTBvMVhrc3VFRFJJVlM2Z0t2d3dhTUVBNGRYbEE2cDF2bktXS3pYWnlXZHRCb2dQZ1FNV0h2OHVLQjl0QWJOY1FMV0FiN1lwTGpuM25iNncxMG9WN2VTMTJtRkhWenV2V2tiV3E4WENNNXViL1RoeUFWVnVGNVNmc3BCNUxxQTZtNXY5TnVBTHFQcXJDNSt2c3BOUHUvQncrQUhvc1BETTVtWS9QQXNzUExPNTJROVBnNFZuTmpmNzRPSDI3NDVtZnJNUG5pM1dlR2FiQ24zbzhQR3dnbjRUd29jSmsxM2lqWWQvZTRDaEsyYVNXN0FqcEdaek0yc0lYWi94NUdadXZuRjBhcE5WTkZJYXJ5aUdxeXhHaTVFYXloeVQ2NjdZYjg3R2U3emZYbUxocVdSTzB5Z0MvY1pWeVhvSEtYbEJZSmZiaUpDTERTeEhuRGpnd1h1ODN5cHhHeEh5OERHcytacUx6c2oyeTB6a0JZRkYwKzliUnpIMlpIbUlxM3RvMlNsK1NvRWVxN3Z6MlBqWXRtdzFmZmIzRTJWczRhbWhaalpkZGJvb0FjZHkrdnBaU1ZCK25HcGlDUThPbytLcGh0dUlZTHZGNThnam4zbmFTajg3NXFNMXVNNlc4RFJSTzJ0SUdPNXpMSmIzdzZQSWk5cTBVekU2ZC9rSER0SUtIM2J3NFBzVm5kMmhSWHplank2ZHk3bUUya2pwOWpmM1EzUnQ0TENEcDRXYVdTRlFORkVham5VYmVPaTNKOW8yYlVUaC9jY3J2M3pxUzZBQk9WdkJ3MzEzNzRCdCtGb1U4WUNIdXBoNHpFTFo1TStzMFhpcVdNSFRRYzNjVFNYblBzZGl0VlpwRWVtV0p3OEoyNE5EZWlXL2h6UmpBdzhaQlB1MER6b2thUE5zeDZacGVoMnRMTkMwejFMSm9ZaWcwK3R0S29NTlBIdW9wZkg2eWtGWk9Icm04Z0VIUEZSY2dZSmt6ZzZJUGhyZDBZTlhJU3pnb1l0UlQvald1SDJyVjBraHNGLzNXazRrNGNGeitFMjNQM3ZyOGIrdFBtRGhzZGdrQmc3bVlpS29lSjFRZUc3L1JoOFZXY01UK0hRYVhIV01rc1h1Wm9BWkpqVlBnY2ttbk5HcEU0OTlGLzRZM0JvZUhNbGd3OG93WjJCNExCNTJkWWdWV3JRUUE0N1c4RlNSRnV1c0pMaUU2R2J6c0t0Sm1rakphNllLMmNJamVGdTlBOUNnYzRVRnppaE5KYk55bll3NkZCSGJ3dE1JWXNBRlZDTnZSSUJkNUpFYkVHbHJYR1lKRDU2SGZhRkdMcUFhK1JzYThOaHMyVmlsT0JrczRkbEN4dU43V3gydU82b2FqZm9ScFlVYllEMGlmenhzZHZEZ3grcUJGNDRiQkJqeXV4MVJ6cFRjSHArMGR2QXNJUWhnTWVxMXZFZUFJYjhyWHJGWllrQWJTZGp0OFFscEJZL2s3K3pnd21NRm83NXcyeUh3cE92MjJIbk5YYVJDVVA5WUFxcE4xSFlNenlkOTVtQ1l0YkVlNGgrM2d6MDZXRFA2RTNGMFVNRXNWaVZCdWN4TGJPRHhMMGE5M3JkWWVEYTlZcE1FM1A3R2dSSVQ3dGhvTGVBaGtRelJuZW1BaFdjNWtxemc5bHlMeEIwYmt3VThnY1dvSjFRTUFWVndlOWE4UmxOSlJJZUhSRExXUlZMSEVGQ0Z1OSsycVAza3lxTERneCtyUzlZTXRGVXl4bnBSdEJuUThSbUpPVXFIWXA3bzhOU1FBblZ4cXkxVUI0ZUVSc3dKcFIzS0RmbVV6cEhod1kvVlpVK0o0ZHBqSFNNRlZKc0VIbGtIU2FFVkdSNHNmMFVpSmt5c1dFYzJsQ2loRHhaVHVWSjJleUo3emV4ajlhQnkzT2RZb3F3TE11TDJSSWFuaFF6REY4bGdZS3BpdTZFL2JhWkNNNWtSdHljcVBOeGpkWUhLSFJhZWlvQkFVUVNqTTJXM0p5bzhXUDE3NURweUFkVUlDNE9NdUQwUjRjRitYeUFNeHFERnZYNGljWTRZOGtCeVFLMnZGNmhKdG1DVnlHSDRFSGtQY2QwVklpbE1yYVQxZmdpbHVBcGJwOHNzcmsydU5CSThaREhhQzVPeVFZQWh2K1lyZ3laaFROdnRpVGE0Y0NRakdBWmo0Y0wyQlJDdHNEVmFhWHJWMG5aN0lzRkRGcVB0VUQyNXo3R0VJMG5ibWZzcW9DazgzNzRiMnQrRUtxTU1MaHpKVUd6S05RK29jdlltUUVnTDQ3aFJpZ0pQRlFtL3FKREVZVFhjVnhDajZnYkxJRWhIV3B0bzlCdEtFZ0VlSE94U3pncGJySWJyb1RLUVNpb0p5OGFsbFQxcTlHRk1FZ0dlQnBKNlU5WFRnTlh0bW9yYXJhK3lESUwwbEF3dTdPK3JQVDNqZ09xV0FCSzJhRVVENHRoSlZva0VCbTRoVnFPdUZNUTRvSHJUUjFrdy9PbmhiWDFsbHhNZ01JWUhMeGQwOWlUUmxvbWV1MmFpVTk1VXBodE9VbU40bHBDK2Exd2I0Z3dtUk1Ub3FJdHBKS1d3Skltd2xwVzBHTFhZRkI0Y2lQRnQ2QkgzdlVDQUliOW1BZFdzUkh2TWQ2WjJrYm9WTVNCOEtZUnNNRDVtVGd1dzZoZ3AzMm5jT1VQcndUUFBZVjlIQ291QWFsYWlQY2JXMDBTMkVCSUdZM0dySVZvNDJteU5LajJnWEQwVjRjVHJ6YXdIT3pOaFlUQlczaTVBZzg0VnRrYVY3bEJPRmQzazY4M2dxU0s1ZGU4bjBRT3FUUUpQNnRFZXc4RkZvaFM2UGd3WFVOWHhsRHhqb05jc2ZiZkhMTjZEalVmN0pnVGVDekdGdnFlOE1nR011bWFxYkRBNmdjbmdJc2FqZjdlbFk0VEFzNjB2WTNiY0hoUHJLV1BqR2ZhMTlkd2p3SkRmWlcwMjhzOW5McGYraGRCdjI1RFN3SHAraC9VMG1CQzRnS29pdXNpS25SMjN4OEI2NkJKOGhWVWtQQTJEQk1OcWNCc2FFSHNiOWNLYlQ2SlczM3BhUk9pMmdWUU8xUk9mOXJVWk80UXR5dFlGN1Q0MENiWGhnYThOYTdhTHliWlllTmExT1p1RXpjRGV0SnMySmRTRlo0NFNhaTNXUVlnREZoNzlSVHZ0eW1DV2d3NWpQK3ZDczBVMU5YTHZ1TGxaVzF0d2U5SjlrNHNnclFuUEMyQUhSaFlQZ1FuTXJEMlZ3SXh1NEFyRWJqWFFvQjQ4ZndCMFJnWkI2Wkx2SDkrMm9VL0ZHVUN0SytpU3FOYUM1NjhlT21hdnJ6VVlQdTA0U0FuY25zVWs5RmYwb1FQUDMxZ3ROeFVOTXRWd3M2UHN1dFBXZ05Mdk0wMmxsZFNBNTFrV0hZTVB4Y0xOem1QWEhGMGR3cUE5VjAwU09pVThjNDk3NnVHRWJqQ3NOTi9nR2JXL01kc2tmRXBqTy9LSTQrL0JJSC83dDNSZ1ZjQlQva0JBQk0wYjlKRmFVTmFQNlVnRTZ4elZDK3hraFJ6c1JMdEV4NWhENGZuejF4MUJaM2YyMUZyT2ZWdkE2SDd5NVVOOUphK3Uyd00zT0dGSE9vVTY0U1FaUE9VZlBYRy9JK3ZrMDE4TzFmTG9kKzZYY1k3Y0QzaWNlM2pqMHE0Y0pWMjNaMEhlaDE2TmVwK0FOSmc2WHczdjRpNjVldngzVXlYTmhNeGdZQlgxa0M1UTFVRFN0SGF4am9jcnNSN3dQV1I5aFMyOWxtUk1iUG02Vkhub2VsRktRU3FzclVjNTk3djlTT0Rwc3FxSTBpR3kweVpGWE9PeWlyU0JBU1hhbDFLUUNtNUJOMjVZUDZWemo1SEEwMUwwRXVhVUtGaEo5WnBVK1E0aENPc0I4M0k3WkxUNjlCRXRTMFVZVjBqZzJmSTE1YytHREM2NDgvaForSHg5TElJdjFTU0VhdFAvS2QraWFlN052cTlqVVZZQ1QwdlJXWmhoS2xoSmRWc2tEQzZqRXFuY0hwZjI3enNXeDRlbEFyQVZFbmdPRkRxdXNHMzQwazBGTDZxV1d4OFlYeGFpUGRLcGVhNDZPbm5tK05uekd4ZDNqbDIrY3ZYbEYzOSsrZGpPeFF1UFBuVDIrSm1UenVpemZSOGtiUGFtMWRIdzFKbmpKODY1M0pkYzl1ZGMvcXRYTGgrNytha0xHK2ZQSHIvMXRETTYzR1ladUxTdTI4TXhUU3dqc1o2SjlhZHNXTmZ0VVRZVUMwSG00TkYxZTJMUlh0bEk1dUFaMEpsTDVmWW9OWXVGSUhQd2RBZzhTcmNuRnUyVmpXUU9uaWFCUiszMktGV0xneUJ6OEZDQk5OeWVPTlJYdFpFMWVMTGw5c2lXcENwVUoxYWZMYmNuYy9Ca3krM0pIRHpaY25zeUI4OGdVMjVQNXVEcGlOMmUxNXpQVFd5NkMyczRhM2N1NnZiNHcrUU5zNmZYWVJvYjFXVU5IaXFQYnljaStrSmkyMGl2bUlnekJnKzRQYjY5VXVobGhYNU1HaHMxa3pGNElJQzh3aXV4RnhaQTQwbmp6V1VNSHZnVTlqcXZaVzAwOGcwM3ZuNWl1WXpCQTA5bjJwekNhT3JSZWE3QU1jV1N5Umc4Q3k0UTZPaHp5cUdwUng1KzVVaGp6bVFNbmowTWpuK0xubHVhVXZ3blkvQXNFWGg4MFI1WHlKUUNIQm1EcDBuZzRSK2pvUmZES2pHUEdzM21NZ1pQbGNERGZ5OWo0QmIyTlBXSm1TeGo4RkJ4ZUsrd2x0b2ZLR1p0U1VxTWg3K0xvN0YxVDh4V29kdGN4cXpISWZoVVdQSDMzTEpkdGlEQmRNYmdxUko0MWhnRXlpNWsydSt2TW55eEpETUdUNDNBczg3b2hoenBDcE5QTk9sZUduU2s1SFVGVkcxaWFiaHZTOVhjb3YwQVlVSUZSSnowUHk5SjFlMFNlUmpyUVc4ZXBMTWNkVVdDQUVKcWM1L1BDdWlYRStyajRxWUx6L1k0bTJ3S1ZzanBqVzVlWC9vY3ArS1ZvdFdvUDdMcVZVNDhVWE43eDRkdmxUUHhqaVVkMFA5ZHZBYlY4K2pXVVlkY3d1ZDU1bldTTzFPYi9qaWxtL2hpZVpQTjk5MXNLbGV1L1BJei9Cc1R3eS9jOGxLZkV6V056S3NZSHRoNitIdVVZK2JwQkNTQ2VDV1dRL3l6bVlBWWtpN292WUpNeHZnOXU0UkRHZG1HcDlUQlZ3eTd5YytpNUhCWEF1U0Vpak1PRC8xVTd4MDdUNUFGeGdNVGdrSFdiTWJoS2YyRUcvQUpENjJTenZ0RW16Sm9reWd2TnhoOHJ2ZVQ2Skx0SSt2V1V6cGE4L0M1dnM5S25rajZ4dEZKdEdmZDNmSCsyTVdkSjkwOTc4K2pMZTgzdTN2ZTNUM3I5eDAvYy9va3R5Sk1SQ2Eray9tdlVIdyt3cGZQY2hTQlh6OTRlblR2RnhPK1orbWovMzlWU09rdjQySnRNUUFBQUFCSlJVNUVya0pnZ2c9PSIKfQo="/>
    </extobj>
    <extobj name="334E55B0-647D-440b-865C-3EC943EB4CBC-4">
      <extobjdata type="334E55B0-647D-440b-865C-3EC943EB4CBC" data="ewoJIkltZ1NldHRpbmdKc29uIiA6ICJ7XCJkcGlcIjoyMDAwLFwiZm9ybWF0XCI6XCJQTkdcIixcInRyYW5zcGFyZW50XCI6dHJ1ZSxcImF1dG9cIjp0cnVlfSIsCgkiTGF0ZXgiIDogIlhGc2dXRjkwSUZ4ZCIsCgkiTGF0ZXhJbWdCYXNlNjQiIDogImlWQk9SdzBLR2dvQUFBQU5TVWhFVWdBQUFTZ0FBQURvQkFNQUFBQ3V0bVFxQUFBQU1GQk1WRVgvLy84QUFBQUFBQUFBQUFBQUFBQUFBQUFBQUFBQUFBQUFBQUFBQUFBQUFBQUFBQUFBQUFBQUFBQUFBQUFBQUFBdjNhQjdBQUFBRDNSU1RsTUFaczN2M2J1cm1ZbDJWRVF5SWhCVGE2blBBQUFBQ1hCSVdYTUFBQTdFQUFBT3hBR1ZLdzRiQUFBT0QwbEVRVlI0QWUxZFRZd2NSeFdlOEc5Ny84d0JrWENZd2NSU2hKQm13UVp6Y0R3ajJ5REVnVm1oMkJLWHpDaFN3bkdYSDhYaU5Dc2hFdnUweXdHUkZZcG1FUElCUjJKVzRnUkd6Qnk0SmJDTGdDQlFvaDBwS0hBYms5M0VFQUpEdjFmMXFxdTY2NjkvcG1ZUDZjUFU2MWZ2NTZ1ZmZ2VzZ1bmU3VWpFZEQ5U25oK2N2bjczMjFJMmJ0NzcvMEoyN0w3MzZ5b3QzNy96NHdaMmJONTUrOHRxWmg2K2NteDV0NnBULzNKaWV1M3I1N1BXdjM3aTVjL3FoRjM3MTIxZGZ1bnZuOUhQUFB2M2tWeCsrMGpqczZIUjhlVnRUOS9HR3h0aGl3NjZuMDlHWTBiS1c3S1o1N1NpdCszNlg0bjVheDVmemdNczIxdSttelMyN0ZFZHBIVi9PaDF5MnNWN2o0TUNsV0tDblB1aXlqZldhSnU2NUZEVTZ2cXdUTHR0UWYxOWpiZUpRMU9sb3pHaFpTM1dIY2FqZTBLaTZKbU5IbytQTld2am9zemVldW5iRkRPMHozL21aMXRoZm5taVlsTTVmdjZYWDBSb3lNNWQrMGRhNmVPUjNGcDNiT3BYUC9hakFGRTg1KzNEYXhSc3JLU21GOFhwSzVjS3ZGWUhpSjcya2l6ZEhMcU1EVmVYb2VaZEM1dnFUcW9mcDRhN1RoRHJkNzQrY0N0a0Z0bFJVajN0WWtDL2VUM3ZJWnhkNW53THFMUjhEMHZqTkJsTkZIYittRDZpSmFNZS9mY1R6eURTRWk0alk5TEd3VEJwdmpYM0U4OGoweUFXVU5SOExCT3JJZlZING1OUEp4SU1SZ1hwSEo1SGtrVVluV1ZIZStRZmtudkphVW9kTTQ1L2xZVWhaV3BCQlRWUFZHc1k2YWh5VnViS2t2TlJsVkk0MUJwUVhtZnhHeWxDWmpLb01xdW0yekhMRXQ5MkNSU1RlSzRQeW1PbERsSi9kbFlkdFVWSjJkMGhmYWdBb0QvQkZPcXFpM25HTlhiYndQdXR3NUJJcldzK3VKaHdVajVqZUJjRkhpL3AwNmcvQkRSMnJEbkc4NnpqY2QwZ1ZyMVlTQmRkVlZRWDBGNHM3ZFZsUXNqYkhmZ0JMS2tZdWt5WFUwOUJoYVhjNEJKbFpYM3JZcEM1NG9zTWFxZG1hTk9NWXhicjVnQUJCK1Q5YjErK0J4SDlzRXFYVktWczh0bXlTYlZEMVMzTnNNM1FLMmsvSG9VWHlOUkNhWmNvaSsyNFJJaWpOTTJZSjViWmx6Um5TUFJuVW10SFJlMERzWDhicWtpc21NcWovR28yM1FXekRXRjF5aGJLTlpreUo4WHB3cHhGbFlmTkxpZGVobzh5RFd4WVlZYWNPL3VoWUVXeUZ3TzUwckVLS1F0R1RBUUdDc3FtM3RnVjFOWDNkVExoS1NxeVAyTGhzSDQxbjRsNXYxQ01seHM2OHBGZWZEZGVkRW1QVUQ1RGN5ZTFiaHdsRHg2WmN3K2toVkFiSldXTG5ld1FJeXRXWVR4UUxHaU02RFZQaUNrTEFOQ254SDZCT2Z3WE1EcUFqSldZM2UvM1orZGRiYmxBM1FUbEt5dndOdUtGeWx0ZzVoa1p3RFVjbjVpTVZObWVKblI4Z0d2NlRUSWx4eGhrWDZ0aEkyWlExSlc0RDJFN1pMdDMyYkNreGJ2YTk2YlpSdmtTTER4MFdmY1YrRjNnMWhSWG9wQXFlNlZDeUpsd1lneTdGb3NuTEJBaEtKU1h1QWVjclFqQWtZVXlKTWE0R1hvcXA0WHgvRlhvbE9vZ2JsUU00bi8yR2xPUlJJdHZnbkk0NEpXYVg1VWdTREVsaWp4Q29wdkM4QjZ6UVM3SHdyaytKRnhzQXFpK2tBaFBLNndvaVZHTE9FbjRwcHJhcktmRStZN09sZUpOa3dwZnJNRkIwY0J5WXM4eGhLUmF0eHlsTm9IaEtYSWZ6amhBSlR5Z3BNWnRHbUR1SStSVWVVa1Y5bk16dXozRkVhL01BSTN3MmFPeWdIRVhzNE5zSEFrcE1iTW1nT2hFZkdmTlppZ1dxaVF3cVNva3hjczBuWnhHWUtzcmo1R2lYdUFvZzU3VVVFeXhsNyt5UVRmdzU1U3dFS1NwYjh2ajFoM0FXZVB0QUFrTmtGV0RROFNra1JsUTN0MUpKRkJEVDNIS1d1QStVdlRNRTFZOHI1MFdwS1hHRVNyUC9FaDViRzdzbi9vbXo0dkJZaE1kaGpBY28yeE10b1ROelFubWM3UEhvZmVhQXdJR1NFbXRmMVEwQ1EzV2lwc1FkdFhKdVoxMTVVcTNORFlicStFQUdsZHc3VTBYRG5Ta3BjYkRualk3MktXOVkyaDRuTyt5VVc5MlF4NjlmcnUzYzFub3lxT015MDVXVVdOazd5OTNPNG9wS1NueGNabm9pSlM3ZXlsSXMxT1ZKMVMvRlpIRWpBeG5VY1pucHl6S280ekxUMTJWUXgyU21LenZYMDJNUzA3ZmtqcHJqWnFkOGNhaFpYdEMzU0dRWUtsMVZPMHA5SHFLS0JqdFRrZ1RBZHh4bStqRFJVY2RocHVNYWM5aVNrYzMvemc5Mzh0K3B5cUJxd2FhT3dSRjc1TEdyYkhQTWZTc0lkL0xmcmlqYkhPRmVkOVAzRkh2a3NaTDFyWG05c2JLNGVDY0Qyd2ZLOHJkZGx2bDhkdG93d1RjajNTRVFkS3ptTTFhU0ZpYkNPSVdVYlk2aVcxUW52L25GNS9NajdFTGZZRmFudkNKVThNbk1LWWg2bTNsUjRUWEgzNWdFZU9MWXoyc1I5YXBnSi9jbDNBUHRKZ1BRQlpxT2pTS2crTnNxL1h3MmxEY21Ed2dRbFBmeUdXUmFQQkRqck1odVp3RCtIK1Y2eWl0Q2hSNGc5OENzOWkwL0Q0aXNtMm42OEU1bkJvODgxSTBpZkhIUDE5dDdBQ0JlNXhvTUQvc2RHVjA2SytqV3R1bVUxQWp3cFZqVTlHUlFIY0hPVE5CdFNDNFR5YmNQSmpLb0FodDZGSVpYTWplblVrbTlDRWd0Ukd3RmR0T3BjVFJaczJERG5FVk94Mmt1SUtnQ04zOEQxdU81TE5SQmQwTnVCbktZeFNJM2YxMW1JazlFMTd4OXdKdkliTlprdUpub0ZqT1FKOVN0ZzZycVdVbUpjMjl6MExPQ0hBWndWaWYrZUVGSmlYTy82MEsza2F1WnVoZUZ0NkNqRW04ZlVCdWhham9kWnplS0duUVJkekxyNC9aQjZxRTZEaW1ETkoxdVp6YktGUEtIcVNxNHBxVlllTjhqUUZBMkJUc2JNZUZHTW9jcHd4OWNVaVBSYk43SDJ3TUdLbnVZR29KaTJtc3BLWEVYYkUrbm1UTnFGcnY3NldGcG9EMytrN24vbWIwV1U4KzhUaVdYWW9GdVN3YTFLZGhaQ0xxRTQ1VElUNXZsTExxcjYwQUd0ZXBuTFNGRlllcGVndTg2VFMzRlFxR0VsSmpDMUpvdzZrV3duR1ZESjF0Q1NreFg4TGJPdnBtSDJ3ZUdWWVRQVWphS0k3TU5jODJFejRDTXltMVE2K2pOOXFDT0RvT01YcE80QTY1TjUzNmw5WThYcUoxb09WZEszR1dnTW9ZcDFLb1pHa0RURkMzTGFhbEJQczNtRXlCYm1KSzNEOUltbFZlRXNxOFVVZWJQT2txNmMwczdTWE42b0pYSVdTU3BPamVLUlYrcThDUnpoU2xsKzBEamlPWXBncXBwQkJ3c0d2OU1ZUXFkWGpKYlZsTGlyRXRGWkRaUG1NTG9tRXJ1Skl6S3d5TkRNSlBFVStTRUQvOG9WV05tN0lIT1JYTzltS2pNOXRnaXFhK2k0ZGZYYXJsc0tSNXA2emh6blRjVmk0eHJSV1NpeTlTemhDbk1XZExKblF3Uys1S0FOZVVhTDdyRlZET0VLYllVOTYzV2xWZUU3UGk1bllWdlV4dTA1V2QzcmY0cW1MTTR0cU96cDhSSzMycHdPVnBXQjVVVk8vQktRN2E3N3hDRzZuVlpRVVBiVnl0TTRaeWp2U1hiM2ZBQTFaSVZOTFRkSXpacDArVm1JdHU5NTVLTzZ1dXlnb2EyRGgrdUFPNTRtRGtsM3RJQWtWbE5XOE5RdVdPVHdMck1LZkdKVDhnUWt2VGhJMk9MUzF4QWZIYXlXckxkWFl0RlRSWFh0VThqU2E4S3Z0WWtob2xFUVJDR28yT1Mwdkt6WmxPWTZDUTJwTFNHSzhzTUR2dk5saEpuemFhRzRLU21oNkZ5S1NWQ1ZQWWdveXJ5UHdTSzlId0dKTkxGR1hVMFRsclJuUmRJaVRObVUxMW90eVc1azlHMVFaYU92bHpqb2lkY2ErUVN4SG9NUHJia1RyWXlKRUJRMXVRYUZ6M2dtaTQ1Vmw4SGFkL3NObjlLM0dXZy9MSXBsby80eGh3bEpmYUpiS0pqV2d5VVg1akNqdksra0NqYU1BOWo0ZEpKa0tMWGtMQ084cnhPSTlkOEZCaW9iU2NXSVpBbFRMSC8rSDA0RnNvdVlvL0JZYityTHVtNG5pS2NUL1AvaU5iOUJobzlLQ214STFPTklXVzY2ZVBMZmxOV3Q5TTBETmdZdjBzSkRVNTRENC9zNXFHMngwVDdia2toMGVEV3NkZ1hiQmN4WUdvZUd5UDBYcmZMb2x5L0pZUGFrR3VzZEplcHVmdDJvY1VrdlJJRWNubkFkTml2ZjZMQVhibG5MelU2VXhCVVpycmJCMjhMaFNubms3N2ZVSnZkZlVyZEZKVjBiYU95eHhSaHFuUjl1SUxJeTRScG11bWRER1gxODM3SVJrM3BTTTNUa0g4WG1MSTlWRnlYOUx3ekhyRTN0YUpCRXJQK0lkdmVqUGt1aWk1WXJ1NDdIU2RjM2hwRGJzdVlNcnltVEJlc1VOOTJ0WUxWRDVpQ2JRNHVmRmNZUmNJM3hhc3Nxb01YS1h2bUYxM20wTnl4U3g5cE1KSDQxL1BTUHRtT1ZZajZwRmRYdFppNDZZV0V2MzZ2UWZhazh2TWp0KzJGSDBnS01YbmhZMk9ucmlWTUxmMzBtY2Nhc1RXVitzSTNyTFpQL2ZBeFZWNCtPdytmTWJxMWE4Wm1EbE9MZGRsUW1yNW9OcXErUDV4V1JZNWxacHJERk4xNUdXeE9iVXRnMWFRazh6ZU1yU0xYS3ltSm9XeEFSNmMwWWdhZnFEcXRtRmVMNVJQVWhBdnRKL2dpZVlxTkpDaGJFRW1JNmsvWFVpNkpNV0FLR2c5YmVsT0NheGsrdW5xRXJKYm9FSVpVMldYeW1qRFYwMXFLbWJaZ0ZVdFpxSDRLRERINDZHdkMxSUhGSGxRMXlZU203RHAwb2RyYzA5VFJtbXhxb1I1OUdlME1mRkZ0NTNUMFFiVlhYdnpsbmRNN042TVBvMTA3Yy9WY1kvcWxzUVlNc1U2MG9zK3hYVDF6OWpwOGp5MVNmeUhTaCsrcVBmZ2NmUDRvK2h4YlkzcTBUY0twMGh5bVVxTGhHT1l3RlE1RHlwTTVUS1ZFd3pITVlTb2NocFFuYzVoS2lZWmo4R3RYRTZiQ1lVaDVNb2VwbEdnd2hpVk1CY09RY3ZSdW1FcDFpWUh4YnBneWRFeUtiUWhUcnplK25CSU54K0JoS3ZtUWN6M2Jma0hKZUhtWVN1eVF3aHVsL1pJOStadWpNSlhZWVlQSEwyTi9LeVZMMGtQZXBtcDN6NVlXcXFJek9LTVg3RGRVMisyNS9qc3IycERzSzZCZ1NxMHFuS0FueTVGN09NYUtWNWhTNWdSYUVaM0ZTVFI1NEVoc1lrWmN6VzNnTFB4cmJWWVJVL0xQSDF2eitBZnJNYjR1QTZYZVZzS0R3MW9zRTV5cU0xRHFleTJUaURrS0RpVjJHQTBVSEdyc2JCZjRjOWJZZEg0S0lTV3VmeGk5Uy9sTkZ0ZHNNRlExMmRKZXhOdVZHYUZwUHFmV0pMOUxFVkRQZldWSnEweXl6WHBxUTdJSlFiNG1uWWNudXd6VXB1UzVIYkgycGZQdzVKQ0Jrbm9LbnFVa3NxdlFzUGh6cjA3c3R4dUIybzVQNTBIeGphQ2E4QTFyY1RJM0ZwV0JDUDVYc1BmSTNTSkUwdzZkemF1RTBaSW0wVStpay9udmRieUdvR2hMOUU5d0pzMzZPWFVWVDlMWjFNYW5uNXB0NHVEWUJ0aFZHTUp2QStueE9mSFpZK1N2WjEvWWVZWXRPWS9QM3FXSGg1OWpWOUhQY1JpOENQVFNPZ0dLeXZ0amoyYUVFRG5WRnFqdTc0ZHc2T1ZqOFZzYzFjZTl4RU1KL2Y2Sks5UExYOXRWM2YwZjk1clA0c2xkeFBFQUFBQUFTVVZPUks1Q1lJST0iCn0K"/>
    </extobj>
  </extobjs>
</s:customData>
</file>

<file path=customXml/itemProps6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WPS 演示</Application>
  <PresentationFormat>宽屏</PresentationFormat>
  <Paragraphs>82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Times New Roman Bold</vt:lpstr>
      <vt:lpstr>Times New Roman Regular</vt:lpstr>
      <vt:lpstr>Times New Roman</vt:lpstr>
      <vt:lpstr>Times New Roman Bold Italic</vt:lpstr>
      <vt:lpstr>宋体</vt:lpstr>
      <vt:lpstr>汉仪书宋二KW</vt:lpstr>
      <vt:lpstr>苹方-简</vt:lpstr>
      <vt:lpstr>微软雅黑</vt:lpstr>
      <vt:lpstr>汉仪旗黑</vt:lpstr>
      <vt:lpstr>Arial Unicode MS</vt:lpstr>
      <vt:lpstr>兰米宋体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fwz</cp:lastModifiedBy>
  <cp:revision>276</cp:revision>
  <dcterms:created xsi:type="dcterms:W3CDTF">2026-01-22T07:33:26Z</dcterms:created>
  <dcterms:modified xsi:type="dcterms:W3CDTF">2026-01-22T07:33:26Z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2052-12.1.24703.24703</vt:lpwstr>
  </property>
  <property fmtid="{D5CDD505-2E9C-101B-9397-08002B2CF9AE}" pid="3" name="ICV">
    <vt:lpwstr>4E43FAB092D454D733245A69ABB720B0_41</vt:lpwstr>
  </property>
</Properties>
</file>